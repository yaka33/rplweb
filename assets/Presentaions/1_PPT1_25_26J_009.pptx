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77" r:id="rId5"/>
    <p:sldId id="270" r:id="rId6"/>
    <p:sldId id="312" r:id="rId7"/>
    <p:sldId id="313" r:id="rId8"/>
    <p:sldId id="264" r:id="rId9"/>
    <p:sldId id="325" r:id="rId10"/>
    <p:sldId id="326" r:id="rId11"/>
    <p:sldId id="327" r:id="rId12"/>
    <p:sldId id="311" r:id="rId13"/>
    <p:sldId id="292" r:id="rId14"/>
    <p:sldId id="303" r:id="rId15"/>
    <p:sldId id="323" r:id="rId16"/>
    <p:sldId id="329" r:id="rId17"/>
    <p:sldId id="328" r:id="rId18"/>
    <p:sldId id="330" r:id="rId19"/>
    <p:sldId id="297" r:id="rId20"/>
    <p:sldId id="302" r:id="rId21"/>
    <p:sldId id="299" r:id="rId22"/>
    <p:sldId id="300" r:id="rId23"/>
    <p:sldId id="287" r:id="rId24"/>
    <p:sldId id="322" r:id="rId25"/>
    <p:sldId id="31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0A0"/>
    <a:srgbClr val="F56E85"/>
    <a:srgbClr val="E7F77E"/>
    <a:srgbClr val="9BC5EB"/>
    <a:srgbClr val="D5E378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C6CE35-0ED9-21F9-795C-43B5566365E4}" v="122" dt="2026-01-07T20:40:14.827"/>
    <p1510:client id="{44F736BB-B172-4A87-BB02-3712044A476B}" v="1" dt="2026-01-11T17:41:30.508"/>
    <p1510:client id="{9F314852-8CB8-452D-A5B7-022667EBD151}" v="670" dt="2026-01-08T03:24:30.488"/>
    <p1510:client id="{FD597992-6D2D-4B94-87C0-DF9A37684EC8}" v="254" dt="2026-01-08T00:40:37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99292-AA38-41ED-9CAE-0C044560C43A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3C114847-5E7C-41B2-B280-ADD1ADF593E6}">
      <dgm:prSet/>
      <dgm:spPr/>
      <dgm:t>
        <a:bodyPr/>
        <a:lstStyle/>
        <a:p>
          <a:r>
            <a:rPr lang="en-US"/>
            <a:t>Simulation environment: </a:t>
          </a:r>
          <a:r>
            <a:rPr lang="en-US" b="1"/>
            <a:t>Contiki-NG with Cooja</a:t>
          </a:r>
          <a:endParaRPr lang="en-US" err="1"/>
        </a:p>
      </dgm:t>
    </dgm:pt>
    <dgm:pt modelId="{CA4F1722-03DA-4EE5-AF38-58EF39A535CF}" type="parTrans" cxnId="{728B9934-DF4B-4F14-9C29-08F841280000}">
      <dgm:prSet/>
      <dgm:spPr/>
      <dgm:t>
        <a:bodyPr/>
        <a:lstStyle/>
        <a:p>
          <a:endParaRPr lang="en-US"/>
        </a:p>
      </dgm:t>
    </dgm:pt>
    <dgm:pt modelId="{12D15601-6BE3-45D0-A230-D98C29D9B9D2}" type="sibTrans" cxnId="{728B9934-DF4B-4F14-9C29-08F841280000}">
      <dgm:prSet/>
      <dgm:spPr/>
      <dgm:t>
        <a:bodyPr/>
        <a:lstStyle/>
        <a:p>
          <a:endParaRPr lang="en-US"/>
        </a:p>
      </dgm:t>
    </dgm:pt>
    <dgm:pt modelId="{48DA2AAE-3B70-4111-B19D-4EA13BDCE102}">
      <dgm:prSet/>
      <dgm:spPr/>
      <dgm:t>
        <a:bodyPr/>
        <a:lstStyle/>
        <a:p>
          <a:r>
            <a:rPr lang="en-US"/>
            <a:t>Network protocol: </a:t>
          </a:r>
          <a:r>
            <a:rPr lang="en-US" b="1"/>
            <a:t>RPL (IPv6 for Low-Power and Lossy Networks)</a:t>
          </a:r>
          <a:endParaRPr lang="en-US"/>
        </a:p>
      </dgm:t>
    </dgm:pt>
    <dgm:pt modelId="{910442A0-6F65-488F-B623-826B0134D137}" type="parTrans" cxnId="{6FEEEE7E-6BFA-48E9-8A61-0B6277891D3A}">
      <dgm:prSet/>
      <dgm:spPr/>
      <dgm:t>
        <a:bodyPr/>
        <a:lstStyle/>
        <a:p>
          <a:endParaRPr lang="en-US"/>
        </a:p>
      </dgm:t>
    </dgm:pt>
    <dgm:pt modelId="{D47E4A03-C72B-4D11-AD82-AF1C52AA4E49}" type="sibTrans" cxnId="{6FEEEE7E-6BFA-48E9-8A61-0B6277891D3A}">
      <dgm:prSet/>
      <dgm:spPr/>
      <dgm:t>
        <a:bodyPr/>
        <a:lstStyle/>
        <a:p>
          <a:endParaRPr lang="en-US"/>
        </a:p>
      </dgm:t>
    </dgm:pt>
    <dgm:pt modelId="{D1BFABE7-DCB0-490F-B156-19248F7C752F}">
      <dgm:prSet/>
      <dgm:spPr/>
      <dgm:t>
        <a:bodyPr/>
        <a:lstStyle/>
        <a:p>
          <a:r>
            <a:rPr lang="en-US"/>
            <a:t>Topology:</a:t>
          </a:r>
        </a:p>
      </dgm:t>
    </dgm:pt>
    <dgm:pt modelId="{17315CF1-1EB2-4754-9258-2A380BD67877}" type="parTrans" cxnId="{3491E66C-06A6-4C2A-B235-5196B6A757B2}">
      <dgm:prSet/>
      <dgm:spPr/>
      <dgm:t>
        <a:bodyPr/>
        <a:lstStyle/>
        <a:p>
          <a:endParaRPr lang="en-US"/>
        </a:p>
      </dgm:t>
    </dgm:pt>
    <dgm:pt modelId="{8F23E0DB-7449-4BBA-A823-36615F078C08}" type="sibTrans" cxnId="{3491E66C-06A6-4C2A-B235-5196B6A757B2}">
      <dgm:prSet/>
      <dgm:spPr/>
      <dgm:t>
        <a:bodyPr/>
        <a:lstStyle/>
        <a:p>
          <a:endParaRPr lang="en-US"/>
        </a:p>
      </dgm:t>
    </dgm:pt>
    <dgm:pt modelId="{461F9AA8-FD40-4088-ADA3-F1D80B2E4F7A}">
      <dgm:prSet/>
      <dgm:spPr/>
      <dgm:t>
        <a:bodyPr/>
        <a:lstStyle/>
        <a:p>
          <a:r>
            <a:rPr lang="en-US"/>
            <a:t>Multi-hop DAG</a:t>
          </a:r>
        </a:p>
      </dgm:t>
    </dgm:pt>
    <dgm:pt modelId="{5B3F13CF-A3C9-40FD-900F-AB7096C125A2}" type="parTrans" cxnId="{E517DB2C-4F68-4ACB-8E83-C388D03B90E9}">
      <dgm:prSet/>
      <dgm:spPr/>
      <dgm:t>
        <a:bodyPr/>
        <a:lstStyle/>
        <a:p>
          <a:endParaRPr lang="en-US"/>
        </a:p>
      </dgm:t>
    </dgm:pt>
    <dgm:pt modelId="{D66353E3-C312-4F7C-8756-53868F152BDC}" type="sibTrans" cxnId="{E517DB2C-4F68-4ACB-8E83-C388D03B90E9}">
      <dgm:prSet/>
      <dgm:spPr/>
      <dgm:t>
        <a:bodyPr/>
        <a:lstStyle/>
        <a:p>
          <a:endParaRPr lang="en-US"/>
        </a:p>
      </dgm:t>
    </dgm:pt>
    <dgm:pt modelId="{5FEF150F-99AB-484F-B150-F312AFC5A3B3}">
      <dgm:prSet/>
      <dgm:spPr/>
      <dgm:t>
        <a:bodyPr/>
        <a:lstStyle/>
        <a:p>
          <a:r>
            <a:rPr lang="en-US"/>
            <a:t>Single RPL Root (Sink node)</a:t>
          </a:r>
        </a:p>
      </dgm:t>
    </dgm:pt>
    <dgm:pt modelId="{798E9D80-5868-4E6D-ABD8-7819D973253C}" type="parTrans" cxnId="{CC59678C-A82F-4258-88C2-276E7577C680}">
      <dgm:prSet/>
      <dgm:spPr/>
      <dgm:t>
        <a:bodyPr/>
        <a:lstStyle/>
        <a:p>
          <a:endParaRPr lang="en-US"/>
        </a:p>
      </dgm:t>
    </dgm:pt>
    <dgm:pt modelId="{1F1405E9-DD33-482A-B712-257E9A71080B}" type="sibTrans" cxnId="{CC59678C-A82F-4258-88C2-276E7577C680}">
      <dgm:prSet/>
      <dgm:spPr/>
      <dgm:t>
        <a:bodyPr/>
        <a:lstStyle/>
        <a:p>
          <a:endParaRPr lang="en-US"/>
        </a:p>
      </dgm:t>
    </dgm:pt>
    <dgm:pt modelId="{0FDF1C13-DB41-44D5-8EDC-5E757E72BDC6}">
      <dgm:prSet/>
      <dgm:spPr/>
      <dgm:t>
        <a:bodyPr/>
        <a:lstStyle/>
        <a:p>
          <a:r>
            <a:rPr lang="en-US"/>
            <a:t>Application layer:</a:t>
          </a:r>
        </a:p>
      </dgm:t>
    </dgm:pt>
    <dgm:pt modelId="{C2C503F9-A5CF-467A-A9EC-DB9766C1E18F}" type="parTrans" cxnId="{9B43DD02-9379-49DB-9FE5-29D46C74DED4}">
      <dgm:prSet/>
      <dgm:spPr/>
      <dgm:t>
        <a:bodyPr/>
        <a:lstStyle/>
        <a:p>
          <a:endParaRPr lang="en-US"/>
        </a:p>
      </dgm:t>
    </dgm:pt>
    <dgm:pt modelId="{3FF587C0-7253-440C-99A7-453402AF6B74}" type="sibTrans" cxnId="{9B43DD02-9379-49DB-9FE5-29D46C74DED4}">
      <dgm:prSet/>
      <dgm:spPr/>
      <dgm:t>
        <a:bodyPr/>
        <a:lstStyle/>
        <a:p>
          <a:endParaRPr lang="en-US"/>
        </a:p>
      </dgm:t>
    </dgm:pt>
    <dgm:pt modelId="{79570514-A7FC-49BB-A9AA-422481B3F6B1}">
      <dgm:prSet/>
      <dgm:spPr/>
      <dgm:t>
        <a:bodyPr/>
        <a:lstStyle/>
        <a:p>
          <a:r>
            <a:rPr lang="en-US"/>
            <a:t>udp-server.c → RPL Root</a:t>
          </a:r>
        </a:p>
      </dgm:t>
    </dgm:pt>
    <dgm:pt modelId="{1F788B17-5E46-400B-978D-BE7D7D1F3BB8}" type="parTrans" cxnId="{DA3F8836-EDD2-4DEB-954C-17577D92420E}">
      <dgm:prSet/>
      <dgm:spPr/>
      <dgm:t>
        <a:bodyPr/>
        <a:lstStyle/>
        <a:p>
          <a:endParaRPr lang="en-US"/>
        </a:p>
      </dgm:t>
    </dgm:pt>
    <dgm:pt modelId="{B25D085B-F8F3-4D5A-8976-A225FECADD2B}" type="sibTrans" cxnId="{DA3F8836-EDD2-4DEB-954C-17577D92420E}">
      <dgm:prSet/>
      <dgm:spPr/>
      <dgm:t>
        <a:bodyPr/>
        <a:lstStyle/>
        <a:p>
          <a:endParaRPr lang="en-US"/>
        </a:p>
      </dgm:t>
    </dgm:pt>
    <dgm:pt modelId="{EB856CF0-82B0-4092-B3F7-3672288E5568}">
      <dgm:prSet/>
      <dgm:spPr/>
      <dgm:t>
        <a:bodyPr/>
        <a:lstStyle/>
        <a:p>
          <a:r>
            <a:rPr lang="en-US"/>
            <a:t>udp-client.c → Sensor nodes</a:t>
          </a:r>
        </a:p>
      </dgm:t>
    </dgm:pt>
    <dgm:pt modelId="{3A3C9EA6-CE38-4824-B0FE-479AF347A4FB}" type="parTrans" cxnId="{7BBF528A-AF4A-453B-BFE4-AED45D4BC140}">
      <dgm:prSet/>
      <dgm:spPr/>
      <dgm:t>
        <a:bodyPr/>
        <a:lstStyle/>
        <a:p>
          <a:endParaRPr lang="en-US"/>
        </a:p>
      </dgm:t>
    </dgm:pt>
    <dgm:pt modelId="{24DFD074-F3A8-4AB3-978F-3F365BA5EEA2}" type="sibTrans" cxnId="{7BBF528A-AF4A-453B-BFE4-AED45D4BC140}">
      <dgm:prSet/>
      <dgm:spPr/>
      <dgm:t>
        <a:bodyPr/>
        <a:lstStyle/>
        <a:p>
          <a:endParaRPr lang="en-US"/>
        </a:p>
      </dgm:t>
    </dgm:pt>
    <dgm:pt modelId="{2DE5A17E-7BC8-4053-A7DF-24D70BA6FDCA}">
      <dgm:prSet/>
      <dgm:spPr/>
      <dgm:t>
        <a:bodyPr/>
        <a:lstStyle/>
        <a:p>
          <a:r>
            <a:rPr lang="en-US"/>
            <a:t>Communication model:</a:t>
          </a:r>
        </a:p>
      </dgm:t>
    </dgm:pt>
    <dgm:pt modelId="{235A7043-B55B-4EAB-8B1C-944C8B2C8F58}" type="parTrans" cxnId="{B3F6ABE8-A055-44FA-A52A-F35ECD4D7081}">
      <dgm:prSet/>
      <dgm:spPr/>
      <dgm:t>
        <a:bodyPr/>
        <a:lstStyle/>
        <a:p>
          <a:endParaRPr lang="en-US"/>
        </a:p>
      </dgm:t>
    </dgm:pt>
    <dgm:pt modelId="{5AA1FEC9-5DFE-406B-B60B-BA70E4F96701}" type="sibTrans" cxnId="{B3F6ABE8-A055-44FA-A52A-F35ECD4D7081}">
      <dgm:prSet/>
      <dgm:spPr/>
      <dgm:t>
        <a:bodyPr/>
        <a:lstStyle/>
        <a:p>
          <a:endParaRPr lang="en-US"/>
        </a:p>
      </dgm:t>
    </dgm:pt>
    <dgm:pt modelId="{6CB16C12-2CEA-4E07-AC9F-38D2C6083766}">
      <dgm:prSet/>
      <dgm:spPr/>
      <dgm:t>
        <a:bodyPr/>
        <a:lstStyle/>
        <a:p>
          <a:r>
            <a:rPr lang="en-US"/>
            <a:t>Clients periodically send UDP requests to root</a:t>
          </a:r>
        </a:p>
      </dgm:t>
    </dgm:pt>
    <dgm:pt modelId="{C3D8D008-F38A-4CAB-AFB2-ECF6ADF18322}" type="parTrans" cxnId="{3F54E3C4-0A3E-4715-9FA8-6223D606FB96}">
      <dgm:prSet/>
      <dgm:spPr/>
      <dgm:t>
        <a:bodyPr/>
        <a:lstStyle/>
        <a:p>
          <a:endParaRPr lang="en-US"/>
        </a:p>
      </dgm:t>
    </dgm:pt>
    <dgm:pt modelId="{84321223-674E-4A5F-B3FE-70C6BF7011AA}" type="sibTrans" cxnId="{3F54E3C4-0A3E-4715-9FA8-6223D606FB96}">
      <dgm:prSet/>
      <dgm:spPr/>
      <dgm:t>
        <a:bodyPr/>
        <a:lstStyle/>
        <a:p>
          <a:endParaRPr lang="en-US"/>
        </a:p>
      </dgm:t>
    </dgm:pt>
    <dgm:pt modelId="{4F3C33C5-70B4-4335-8B8E-79DCD65DF7F8}">
      <dgm:prSet/>
      <dgm:spPr/>
      <dgm:t>
        <a:bodyPr/>
        <a:lstStyle/>
        <a:p>
          <a:r>
            <a:rPr lang="en-US"/>
            <a:t>Root sends UDP responses back</a:t>
          </a:r>
        </a:p>
      </dgm:t>
    </dgm:pt>
    <dgm:pt modelId="{CA559DAF-B022-44C9-8393-796588C181FE}" type="parTrans" cxnId="{B60C7C57-E65E-43EC-8E93-DCBE9788924C}">
      <dgm:prSet/>
      <dgm:spPr/>
      <dgm:t>
        <a:bodyPr/>
        <a:lstStyle/>
        <a:p>
          <a:endParaRPr lang="en-US"/>
        </a:p>
      </dgm:t>
    </dgm:pt>
    <dgm:pt modelId="{0429CC45-3ED0-4923-9038-2BD62E53467B}" type="sibTrans" cxnId="{B60C7C57-E65E-43EC-8E93-DCBE9788924C}">
      <dgm:prSet/>
      <dgm:spPr/>
      <dgm:t>
        <a:bodyPr/>
        <a:lstStyle/>
        <a:p>
          <a:endParaRPr lang="en-US"/>
        </a:p>
      </dgm:t>
    </dgm:pt>
    <dgm:pt modelId="{24E84ACC-1F12-411F-A8DD-A79D222B70A1}">
      <dgm:prSet/>
      <dgm:spPr/>
      <dgm:t>
        <a:bodyPr/>
        <a:lstStyle/>
        <a:p>
          <a:r>
            <a:rPr lang="en-US"/>
            <a:t>Purpose of baseline setup:</a:t>
          </a:r>
        </a:p>
      </dgm:t>
    </dgm:pt>
    <dgm:pt modelId="{6D49961B-6971-4500-9466-4E2D89A4D63A}" type="parTrans" cxnId="{92AF1F50-29E4-4094-A8BB-A4FBAB7CC133}">
      <dgm:prSet/>
      <dgm:spPr/>
      <dgm:t>
        <a:bodyPr/>
        <a:lstStyle/>
        <a:p>
          <a:endParaRPr lang="en-US"/>
        </a:p>
      </dgm:t>
    </dgm:pt>
    <dgm:pt modelId="{C219C8E3-240E-413D-B036-E15FE92649B3}" type="sibTrans" cxnId="{92AF1F50-29E4-4094-A8BB-A4FBAB7CC133}">
      <dgm:prSet/>
      <dgm:spPr/>
      <dgm:t>
        <a:bodyPr/>
        <a:lstStyle/>
        <a:p>
          <a:endParaRPr lang="en-US"/>
        </a:p>
      </dgm:t>
    </dgm:pt>
    <dgm:pt modelId="{6B67E841-6A99-4FA3-839C-A227989DBF64}">
      <dgm:prSet/>
      <dgm:spPr/>
      <dgm:t>
        <a:bodyPr/>
        <a:lstStyle/>
        <a:p>
          <a:r>
            <a:rPr lang="en-US"/>
            <a:t>Establish stable RPL routing</a:t>
          </a:r>
        </a:p>
      </dgm:t>
    </dgm:pt>
    <dgm:pt modelId="{7966219E-1376-429A-8A01-627275FFCA96}" type="parTrans" cxnId="{C15F540F-C98D-4901-B624-93845A8EB0E7}">
      <dgm:prSet/>
      <dgm:spPr/>
      <dgm:t>
        <a:bodyPr/>
        <a:lstStyle/>
        <a:p>
          <a:endParaRPr lang="en-US"/>
        </a:p>
      </dgm:t>
    </dgm:pt>
    <dgm:pt modelId="{890EB52A-5BA2-40F5-9B97-98C707F6BD08}" type="sibTrans" cxnId="{C15F540F-C98D-4901-B624-93845A8EB0E7}">
      <dgm:prSet/>
      <dgm:spPr/>
      <dgm:t>
        <a:bodyPr/>
        <a:lstStyle/>
        <a:p>
          <a:endParaRPr lang="en-US"/>
        </a:p>
      </dgm:t>
    </dgm:pt>
    <dgm:pt modelId="{7FA7DB45-B0E8-4A38-BCD7-DB59BA0F5421}">
      <dgm:prSet/>
      <dgm:spPr/>
      <dgm:t>
        <a:bodyPr/>
        <a:lstStyle/>
        <a:p>
          <a:r>
            <a:rPr lang="en-US"/>
            <a:t>Enable automatic parent selection</a:t>
          </a:r>
        </a:p>
      </dgm:t>
    </dgm:pt>
    <dgm:pt modelId="{9F62A407-9958-4C04-BE68-5D9D4B2CFCAB}" type="parTrans" cxnId="{5F1966F4-6A51-4B1E-868C-389C57C51E9C}">
      <dgm:prSet/>
      <dgm:spPr/>
      <dgm:t>
        <a:bodyPr/>
        <a:lstStyle/>
        <a:p>
          <a:endParaRPr lang="en-US"/>
        </a:p>
      </dgm:t>
    </dgm:pt>
    <dgm:pt modelId="{65D2F40C-75F2-4E14-A339-D4CAF1406046}" type="sibTrans" cxnId="{5F1966F4-6A51-4B1E-868C-389C57C51E9C}">
      <dgm:prSet/>
      <dgm:spPr/>
      <dgm:t>
        <a:bodyPr/>
        <a:lstStyle/>
        <a:p>
          <a:endParaRPr lang="en-US"/>
        </a:p>
      </dgm:t>
    </dgm:pt>
    <dgm:pt modelId="{0A06D384-B40E-4651-9A79-27DAB8BFCE66}">
      <dgm:prSet/>
      <dgm:spPr/>
      <dgm:t>
        <a:bodyPr/>
        <a:lstStyle/>
        <a:p>
          <a:r>
            <a:rPr lang="en-US"/>
            <a:t>Collect link quality metrics (ETX)</a:t>
          </a:r>
        </a:p>
      </dgm:t>
    </dgm:pt>
    <dgm:pt modelId="{2C670260-76AC-4846-A125-BF418EB12BEA}" type="parTrans" cxnId="{50638ABE-0B37-440F-9F67-F2B96E8408CD}">
      <dgm:prSet/>
      <dgm:spPr/>
      <dgm:t>
        <a:bodyPr/>
        <a:lstStyle/>
        <a:p>
          <a:endParaRPr lang="en-US"/>
        </a:p>
      </dgm:t>
    </dgm:pt>
    <dgm:pt modelId="{24D6F6FD-AF89-4FED-BF78-C40E22950862}" type="sibTrans" cxnId="{50638ABE-0B37-440F-9F67-F2B96E8408CD}">
      <dgm:prSet/>
      <dgm:spPr/>
      <dgm:t>
        <a:bodyPr/>
        <a:lstStyle/>
        <a:p>
          <a:endParaRPr lang="en-US"/>
        </a:p>
      </dgm:t>
    </dgm:pt>
    <dgm:pt modelId="{CDD39B93-C94E-490A-9E59-9D0EAE840AE8}" type="pres">
      <dgm:prSet presAssocID="{2E099292-AA38-41ED-9CAE-0C044560C43A}" presName="diagram" presStyleCnt="0">
        <dgm:presLayoutVars>
          <dgm:dir/>
          <dgm:resizeHandles val="exact"/>
        </dgm:presLayoutVars>
      </dgm:prSet>
      <dgm:spPr/>
    </dgm:pt>
    <dgm:pt modelId="{0B62DBE3-1665-4977-B623-9C1E4CC3C31B}" type="pres">
      <dgm:prSet presAssocID="{3C114847-5E7C-41B2-B280-ADD1ADF593E6}" presName="node" presStyleLbl="node1" presStyleIdx="0" presStyleCnt="6">
        <dgm:presLayoutVars>
          <dgm:bulletEnabled val="1"/>
        </dgm:presLayoutVars>
      </dgm:prSet>
      <dgm:spPr/>
    </dgm:pt>
    <dgm:pt modelId="{71066C6A-DAED-45B8-A234-CC7A218ED8D6}" type="pres">
      <dgm:prSet presAssocID="{12D15601-6BE3-45D0-A230-D98C29D9B9D2}" presName="sibTrans" presStyleCnt="0"/>
      <dgm:spPr/>
    </dgm:pt>
    <dgm:pt modelId="{5F2EC863-C034-4420-BDF6-35D67259CD44}" type="pres">
      <dgm:prSet presAssocID="{48DA2AAE-3B70-4111-B19D-4EA13BDCE102}" presName="node" presStyleLbl="node1" presStyleIdx="1" presStyleCnt="6">
        <dgm:presLayoutVars>
          <dgm:bulletEnabled val="1"/>
        </dgm:presLayoutVars>
      </dgm:prSet>
      <dgm:spPr/>
    </dgm:pt>
    <dgm:pt modelId="{74EB15C5-D6F6-4C56-9899-C3DAA7A29891}" type="pres">
      <dgm:prSet presAssocID="{D47E4A03-C72B-4D11-AD82-AF1C52AA4E49}" presName="sibTrans" presStyleCnt="0"/>
      <dgm:spPr/>
    </dgm:pt>
    <dgm:pt modelId="{73C66BC6-EB15-4FB3-9C39-1770B5AA4127}" type="pres">
      <dgm:prSet presAssocID="{D1BFABE7-DCB0-490F-B156-19248F7C752F}" presName="node" presStyleLbl="node1" presStyleIdx="2" presStyleCnt="6">
        <dgm:presLayoutVars>
          <dgm:bulletEnabled val="1"/>
        </dgm:presLayoutVars>
      </dgm:prSet>
      <dgm:spPr/>
    </dgm:pt>
    <dgm:pt modelId="{C9FC19D1-032E-47DE-9141-203FA8D6EE97}" type="pres">
      <dgm:prSet presAssocID="{8F23E0DB-7449-4BBA-A823-36615F078C08}" presName="sibTrans" presStyleCnt="0"/>
      <dgm:spPr/>
    </dgm:pt>
    <dgm:pt modelId="{79DE89FF-3CFA-4C15-925E-1CA40594312C}" type="pres">
      <dgm:prSet presAssocID="{0FDF1C13-DB41-44D5-8EDC-5E757E72BDC6}" presName="node" presStyleLbl="node1" presStyleIdx="3" presStyleCnt="6">
        <dgm:presLayoutVars>
          <dgm:bulletEnabled val="1"/>
        </dgm:presLayoutVars>
      </dgm:prSet>
      <dgm:spPr/>
    </dgm:pt>
    <dgm:pt modelId="{F6ED2A41-4593-46FC-A8DA-E66B33774E0F}" type="pres">
      <dgm:prSet presAssocID="{3FF587C0-7253-440C-99A7-453402AF6B74}" presName="sibTrans" presStyleCnt="0"/>
      <dgm:spPr/>
    </dgm:pt>
    <dgm:pt modelId="{7C68623D-3E90-4036-83C3-261BDAB08595}" type="pres">
      <dgm:prSet presAssocID="{2DE5A17E-7BC8-4053-A7DF-24D70BA6FDCA}" presName="node" presStyleLbl="node1" presStyleIdx="4" presStyleCnt="6">
        <dgm:presLayoutVars>
          <dgm:bulletEnabled val="1"/>
        </dgm:presLayoutVars>
      </dgm:prSet>
      <dgm:spPr/>
    </dgm:pt>
    <dgm:pt modelId="{28BBC173-63D7-421F-AD29-DB60E4188332}" type="pres">
      <dgm:prSet presAssocID="{5AA1FEC9-5DFE-406B-B60B-BA70E4F96701}" presName="sibTrans" presStyleCnt="0"/>
      <dgm:spPr/>
    </dgm:pt>
    <dgm:pt modelId="{CDDE3BC1-24E9-4B49-87F9-8EB579BAF4E4}" type="pres">
      <dgm:prSet presAssocID="{24E84ACC-1F12-411F-A8DD-A79D222B70A1}" presName="node" presStyleLbl="node1" presStyleIdx="5" presStyleCnt="6">
        <dgm:presLayoutVars>
          <dgm:bulletEnabled val="1"/>
        </dgm:presLayoutVars>
      </dgm:prSet>
      <dgm:spPr/>
    </dgm:pt>
  </dgm:ptLst>
  <dgm:cxnLst>
    <dgm:cxn modelId="{9B43DD02-9379-49DB-9FE5-29D46C74DED4}" srcId="{2E099292-AA38-41ED-9CAE-0C044560C43A}" destId="{0FDF1C13-DB41-44D5-8EDC-5E757E72BDC6}" srcOrd="3" destOrd="0" parTransId="{C2C503F9-A5CF-467A-A9EC-DB9766C1E18F}" sibTransId="{3FF587C0-7253-440C-99A7-453402AF6B74}"/>
    <dgm:cxn modelId="{C15F540F-C98D-4901-B624-93845A8EB0E7}" srcId="{24E84ACC-1F12-411F-A8DD-A79D222B70A1}" destId="{6B67E841-6A99-4FA3-839C-A227989DBF64}" srcOrd="0" destOrd="0" parTransId="{7966219E-1376-429A-8A01-627275FFCA96}" sibTransId="{890EB52A-5BA2-40F5-9B97-98C707F6BD08}"/>
    <dgm:cxn modelId="{D98E6D12-B6CD-44B6-B9D7-C626B2F8242F}" type="presOf" srcId="{24E84ACC-1F12-411F-A8DD-A79D222B70A1}" destId="{CDDE3BC1-24E9-4B49-87F9-8EB579BAF4E4}" srcOrd="0" destOrd="0" presId="urn:microsoft.com/office/officeart/2005/8/layout/default"/>
    <dgm:cxn modelId="{C379BE26-A26A-4B0C-B088-DCAEA594CB98}" type="presOf" srcId="{3C114847-5E7C-41B2-B280-ADD1ADF593E6}" destId="{0B62DBE3-1665-4977-B623-9C1E4CC3C31B}" srcOrd="0" destOrd="0" presId="urn:microsoft.com/office/officeart/2005/8/layout/default"/>
    <dgm:cxn modelId="{CFFA722B-C92C-4E72-BA4A-FE0605BE2FB2}" type="presOf" srcId="{79570514-A7FC-49BB-A9AA-422481B3F6B1}" destId="{79DE89FF-3CFA-4C15-925E-1CA40594312C}" srcOrd="0" destOrd="1" presId="urn:microsoft.com/office/officeart/2005/8/layout/default"/>
    <dgm:cxn modelId="{E517DB2C-4F68-4ACB-8E83-C388D03B90E9}" srcId="{D1BFABE7-DCB0-490F-B156-19248F7C752F}" destId="{461F9AA8-FD40-4088-ADA3-F1D80B2E4F7A}" srcOrd="0" destOrd="0" parTransId="{5B3F13CF-A3C9-40FD-900F-AB7096C125A2}" sibTransId="{D66353E3-C312-4F7C-8756-53868F152BDC}"/>
    <dgm:cxn modelId="{728B9934-DF4B-4F14-9C29-08F841280000}" srcId="{2E099292-AA38-41ED-9CAE-0C044560C43A}" destId="{3C114847-5E7C-41B2-B280-ADD1ADF593E6}" srcOrd="0" destOrd="0" parTransId="{CA4F1722-03DA-4EE5-AF38-58EF39A535CF}" sibTransId="{12D15601-6BE3-45D0-A230-D98C29D9B9D2}"/>
    <dgm:cxn modelId="{DA3F8836-EDD2-4DEB-954C-17577D92420E}" srcId="{0FDF1C13-DB41-44D5-8EDC-5E757E72BDC6}" destId="{79570514-A7FC-49BB-A9AA-422481B3F6B1}" srcOrd="0" destOrd="0" parTransId="{1F788B17-5E46-400B-978D-BE7D7D1F3BB8}" sibTransId="{B25D085B-F8F3-4D5A-8976-A225FECADD2B}"/>
    <dgm:cxn modelId="{5B423038-4D43-4330-944A-AFF4BD94DE1C}" type="presOf" srcId="{EB856CF0-82B0-4092-B3F7-3672288E5568}" destId="{79DE89FF-3CFA-4C15-925E-1CA40594312C}" srcOrd="0" destOrd="2" presId="urn:microsoft.com/office/officeart/2005/8/layout/default"/>
    <dgm:cxn modelId="{C9302746-5E94-4612-86B5-FD3DD83AC453}" type="presOf" srcId="{2E099292-AA38-41ED-9CAE-0C044560C43A}" destId="{CDD39B93-C94E-490A-9E59-9D0EAE840AE8}" srcOrd="0" destOrd="0" presId="urn:microsoft.com/office/officeart/2005/8/layout/default"/>
    <dgm:cxn modelId="{9CA04768-C17E-48E7-8E39-EAFF83455632}" type="presOf" srcId="{7FA7DB45-B0E8-4A38-BCD7-DB59BA0F5421}" destId="{CDDE3BC1-24E9-4B49-87F9-8EB579BAF4E4}" srcOrd="0" destOrd="2" presId="urn:microsoft.com/office/officeart/2005/8/layout/default"/>
    <dgm:cxn modelId="{8B38824A-86A6-4AF8-9994-6B7ABFEE0C26}" type="presOf" srcId="{0A06D384-B40E-4651-9A79-27DAB8BFCE66}" destId="{CDDE3BC1-24E9-4B49-87F9-8EB579BAF4E4}" srcOrd="0" destOrd="3" presId="urn:microsoft.com/office/officeart/2005/8/layout/default"/>
    <dgm:cxn modelId="{3491E66C-06A6-4C2A-B235-5196B6A757B2}" srcId="{2E099292-AA38-41ED-9CAE-0C044560C43A}" destId="{D1BFABE7-DCB0-490F-B156-19248F7C752F}" srcOrd="2" destOrd="0" parTransId="{17315CF1-1EB2-4754-9258-2A380BD67877}" sibTransId="{8F23E0DB-7449-4BBA-A823-36615F078C08}"/>
    <dgm:cxn modelId="{92AF1F50-29E4-4094-A8BB-A4FBAB7CC133}" srcId="{2E099292-AA38-41ED-9CAE-0C044560C43A}" destId="{24E84ACC-1F12-411F-A8DD-A79D222B70A1}" srcOrd="5" destOrd="0" parTransId="{6D49961B-6971-4500-9466-4E2D89A4D63A}" sibTransId="{C219C8E3-240E-413D-B036-E15FE92649B3}"/>
    <dgm:cxn modelId="{CFDC0D72-21B2-4A84-ACFB-3F22B7EADE60}" type="presOf" srcId="{6CB16C12-2CEA-4E07-AC9F-38D2C6083766}" destId="{7C68623D-3E90-4036-83C3-261BDAB08595}" srcOrd="0" destOrd="1" presId="urn:microsoft.com/office/officeart/2005/8/layout/default"/>
    <dgm:cxn modelId="{B60C7C57-E65E-43EC-8E93-DCBE9788924C}" srcId="{2DE5A17E-7BC8-4053-A7DF-24D70BA6FDCA}" destId="{4F3C33C5-70B4-4335-8B8E-79DCD65DF7F8}" srcOrd="1" destOrd="0" parTransId="{CA559DAF-B022-44C9-8393-796588C181FE}" sibTransId="{0429CC45-3ED0-4923-9038-2BD62E53467B}"/>
    <dgm:cxn modelId="{C57DB257-C752-439E-B6F9-15D69C85EA60}" type="presOf" srcId="{0FDF1C13-DB41-44D5-8EDC-5E757E72BDC6}" destId="{79DE89FF-3CFA-4C15-925E-1CA40594312C}" srcOrd="0" destOrd="0" presId="urn:microsoft.com/office/officeart/2005/8/layout/default"/>
    <dgm:cxn modelId="{6FEEEE7E-6BFA-48E9-8A61-0B6277891D3A}" srcId="{2E099292-AA38-41ED-9CAE-0C044560C43A}" destId="{48DA2AAE-3B70-4111-B19D-4EA13BDCE102}" srcOrd="1" destOrd="0" parTransId="{910442A0-6F65-488F-B623-826B0134D137}" sibTransId="{D47E4A03-C72B-4D11-AD82-AF1C52AA4E49}"/>
    <dgm:cxn modelId="{48562A8A-FE00-4CD2-ACFF-8474A09F52B5}" type="presOf" srcId="{461F9AA8-FD40-4088-ADA3-F1D80B2E4F7A}" destId="{73C66BC6-EB15-4FB3-9C39-1770B5AA4127}" srcOrd="0" destOrd="1" presId="urn:microsoft.com/office/officeart/2005/8/layout/default"/>
    <dgm:cxn modelId="{7BBF528A-AF4A-453B-BFE4-AED45D4BC140}" srcId="{0FDF1C13-DB41-44D5-8EDC-5E757E72BDC6}" destId="{EB856CF0-82B0-4092-B3F7-3672288E5568}" srcOrd="1" destOrd="0" parTransId="{3A3C9EA6-CE38-4824-B0FE-479AF347A4FB}" sibTransId="{24DFD074-F3A8-4AB3-978F-3F365BA5EEA2}"/>
    <dgm:cxn modelId="{CC59678C-A82F-4258-88C2-276E7577C680}" srcId="{D1BFABE7-DCB0-490F-B156-19248F7C752F}" destId="{5FEF150F-99AB-484F-B150-F312AFC5A3B3}" srcOrd="1" destOrd="0" parTransId="{798E9D80-5868-4E6D-ABD8-7819D973253C}" sibTransId="{1F1405E9-DD33-482A-B712-257E9A71080B}"/>
    <dgm:cxn modelId="{2F31099D-2245-4B57-88E0-9CDD07CA3FDD}" type="presOf" srcId="{2DE5A17E-7BC8-4053-A7DF-24D70BA6FDCA}" destId="{7C68623D-3E90-4036-83C3-261BDAB08595}" srcOrd="0" destOrd="0" presId="urn:microsoft.com/office/officeart/2005/8/layout/default"/>
    <dgm:cxn modelId="{8998F1B0-2412-45C7-9753-9C05CE09C3DF}" type="presOf" srcId="{4F3C33C5-70B4-4335-8B8E-79DCD65DF7F8}" destId="{7C68623D-3E90-4036-83C3-261BDAB08595}" srcOrd="0" destOrd="2" presId="urn:microsoft.com/office/officeart/2005/8/layout/default"/>
    <dgm:cxn modelId="{80F4A0BD-CE3D-4F4D-84F2-62B046813C8D}" type="presOf" srcId="{48DA2AAE-3B70-4111-B19D-4EA13BDCE102}" destId="{5F2EC863-C034-4420-BDF6-35D67259CD44}" srcOrd="0" destOrd="0" presId="urn:microsoft.com/office/officeart/2005/8/layout/default"/>
    <dgm:cxn modelId="{50638ABE-0B37-440F-9F67-F2B96E8408CD}" srcId="{24E84ACC-1F12-411F-A8DD-A79D222B70A1}" destId="{0A06D384-B40E-4651-9A79-27DAB8BFCE66}" srcOrd="2" destOrd="0" parTransId="{2C670260-76AC-4846-A125-BF418EB12BEA}" sibTransId="{24D6F6FD-AF89-4FED-BF78-C40E22950862}"/>
    <dgm:cxn modelId="{27043BBF-AA94-4652-AD5C-B8F1E87E26EF}" type="presOf" srcId="{6B67E841-6A99-4FA3-839C-A227989DBF64}" destId="{CDDE3BC1-24E9-4B49-87F9-8EB579BAF4E4}" srcOrd="0" destOrd="1" presId="urn:microsoft.com/office/officeart/2005/8/layout/default"/>
    <dgm:cxn modelId="{3F54E3C4-0A3E-4715-9FA8-6223D606FB96}" srcId="{2DE5A17E-7BC8-4053-A7DF-24D70BA6FDCA}" destId="{6CB16C12-2CEA-4E07-AC9F-38D2C6083766}" srcOrd="0" destOrd="0" parTransId="{C3D8D008-F38A-4CAB-AFB2-ECF6ADF18322}" sibTransId="{84321223-674E-4A5F-B3FE-70C6BF7011AA}"/>
    <dgm:cxn modelId="{224913DB-2F72-471A-B631-1E81A4CA3ECD}" type="presOf" srcId="{5FEF150F-99AB-484F-B150-F312AFC5A3B3}" destId="{73C66BC6-EB15-4FB3-9C39-1770B5AA4127}" srcOrd="0" destOrd="2" presId="urn:microsoft.com/office/officeart/2005/8/layout/default"/>
    <dgm:cxn modelId="{B3F6ABE8-A055-44FA-A52A-F35ECD4D7081}" srcId="{2E099292-AA38-41ED-9CAE-0C044560C43A}" destId="{2DE5A17E-7BC8-4053-A7DF-24D70BA6FDCA}" srcOrd="4" destOrd="0" parTransId="{235A7043-B55B-4EAB-8B1C-944C8B2C8F58}" sibTransId="{5AA1FEC9-5DFE-406B-B60B-BA70E4F96701}"/>
    <dgm:cxn modelId="{EDD802E9-8ADC-4240-A2D7-12465E606B73}" type="presOf" srcId="{D1BFABE7-DCB0-490F-B156-19248F7C752F}" destId="{73C66BC6-EB15-4FB3-9C39-1770B5AA4127}" srcOrd="0" destOrd="0" presId="urn:microsoft.com/office/officeart/2005/8/layout/default"/>
    <dgm:cxn modelId="{5F1966F4-6A51-4B1E-868C-389C57C51E9C}" srcId="{24E84ACC-1F12-411F-A8DD-A79D222B70A1}" destId="{7FA7DB45-B0E8-4A38-BCD7-DB59BA0F5421}" srcOrd="1" destOrd="0" parTransId="{9F62A407-9958-4C04-BE68-5D9D4B2CFCAB}" sibTransId="{65D2F40C-75F2-4E14-A339-D4CAF1406046}"/>
    <dgm:cxn modelId="{AA74AFD5-B2E0-4580-B3B3-EB3DA56649C9}" type="presParOf" srcId="{CDD39B93-C94E-490A-9E59-9D0EAE840AE8}" destId="{0B62DBE3-1665-4977-B623-9C1E4CC3C31B}" srcOrd="0" destOrd="0" presId="urn:microsoft.com/office/officeart/2005/8/layout/default"/>
    <dgm:cxn modelId="{29037959-19AF-4A01-80C6-335D704F7785}" type="presParOf" srcId="{CDD39B93-C94E-490A-9E59-9D0EAE840AE8}" destId="{71066C6A-DAED-45B8-A234-CC7A218ED8D6}" srcOrd="1" destOrd="0" presId="urn:microsoft.com/office/officeart/2005/8/layout/default"/>
    <dgm:cxn modelId="{6EC003A9-D6AD-458F-B847-CB7972C1D8C0}" type="presParOf" srcId="{CDD39B93-C94E-490A-9E59-9D0EAE840AE8}" destId="{5F2EC863-C034-4420-BDF6-35D67259CD44}" srcOrd="2" destOrd="0" presId="urn:microsoft.com/office/officeart/2005/8/layout/default"/>
    <dgm:cxn modelId="{14D2516E-716C-496F-8D98-385BCBA5A759}" type="presParOf" srcId="{CDD39B93-C94E-490A-9E59-9D0EAE840AE8}" destId="{74EB15C5-D6F6-4C56-9899-C3DAA7A29891}" srcOrd="3" destOrd="0" presId="urn:microsoft.com/office/officeart/2005/8/layout/default"/>
    <dgm:cxn modelId="{DA9AF91D-570B-483B-B6D2-77BAB4A238C3}" type="presParOf" srcId="{CDD39B93-C94E-490A-9E59-9D0EAE840AE8}" destId="{73C66BC6-EB15-4FB3-9C39-1770B5AA4127}" srcOrd="4" destOrd="0" presId="urn:microsoft.com/office/officeart/2005/8/layout/default"/>
    <dgm:cxn modelId="{694682B7-1A95-4D57-8559-90F06C75A7A5}" type="presParOf" srcId="{CDD39B93-C94E-490A-9E59-9D0EAE840AE8}" destId="{C9FC19D1-032E-47DE-9141-203FA8D6EE97}" srcOrd="5" destOrd="0" presId="urn:microsoft.com/office/officeart/2005/8/layout/default"/>
    <dgm:cxn modelId="{9CBD552B-8509-493B-86BC-36AA12D78EE6}" type="presParOf" srcId="{CDD39B93-C94E-490A-9E59-9D0EAE840AE8}" destId="{79DE89FF-3CFA-4C15-925E-1CA40594312C}" srcOrd="6" destOrd="0" presId="urn:microsoft.com/office/officeart/2005/8/layout/default"/>
    <dgm:cxn modelId="{4CD9400F-40E9-4356-A124-FE23A8C28B31}" type="presParOf" srcId="{CDD39B93-C94E-490A-9E59-9D0EAE840AE8}" destId="{F6ED2A41-4593-46FC-A8DA-E66B33774E0F}" srcOrd="7" destOrd="0" presId="urn:microsoft.com/office/officeart/2005/8/layout/default"/>
    <dgm:cxn modelId="{09CBF466-C491-4267-B2C1-AE89874F7986}" type="presParOf" srcId="{CDD39B93-C94E-490A-9E59-9D0EAE840AE8}" destId="{7C68623D-3E90-4036-83C3-261BDAB08595}" srcOrd="8" destOrd="0" presId="urn:microsoft.com/office/officeart/2005/8/layout/default"/>
    <dgm:cxn modelId="{E83669F5-460F-4ADE-BA77-08B37BAEA758}" type="presParOf" srcId="{CDD39B93-C94E-490A-9E59-9D0EAE840AE8}" destId="{28BBC173-63D7-421F-AD29-DB60E4188332}" srcOrd="9" destOrd="0" presId="urn:microsoft.com/office/officeart/2005/8/layout/default"/>
    <dgm:cxn modelId="{B8551A2C-43F3-404E-A4A7-9BB0078AABCD}" type="presParOf" srcId="{CDD39B93-C94E-490A-9E59-9D0EAE840AE8}" destId="{CDDE3BC1-24E9-4B49-87F9-8EB579BAF4E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1E3583-3B95-4598-8A87-0F73C9EBC2BC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937C916-6ADE-4EBF-B8C3-D6585B5914B7}">
      <dgm:prSet/>
      <dgm:spPr/>
      <dgm:t>
        <a:bodyPr/>
        <a:lstStyle/>
        <a:p>
          <a:r>
            <a:rPr lang="en-US"/>
            <a:t>Trust metric based on </a:t>
          </a:r>
          <a:r>
            <a:rPr lang="en-US" b="1"/>
            <a:t>past communication behavior</a:t>
          </a:r>
          <a:endParaRPr lang="en-US"/>
        </a:p>
      </dgm:t>
    </dgm:pt>
    <dgm:pt modelId="{CB7084F6-AD4C-4266-89F4-6C9407BDFEE0}" type="parTrans" cxnId="{311B3FBC-09F1-4589-B460-F6DAD1ACC911}">
      <dgm:prSet/>
      <dgm:spPr/>
      <dgm:t>
        <a:bodyPr/>
        <a:lstStyle/>
        <a:p>
          <a:endParaRPr lang="en-US"/>
        </a:p>
      </dgm:t>
    </dgm:pt>
    <dgm:pt modelId="{5405760F-DB7D-4FFA-A141-B78292367BCF}" type="sibTrans" cxnId="{311B3FBC-09F1-4589-B460-F6DAD1ACC911}">
      <dgm:prSet/>
      <dgm:spPr/>
      <dgm:t>
        <a:bodyPr/>
        <a:lstStyle/>
        <a:p>
          <a:endParaRPr lang="en-US"/>
        </a:p>
      </dgm:t>
    </dgm:pt>
    <dgm:pt modelId="{D72F8FEE-ABAB-4055-AF30-9F2445E95F9F}">
      <dgm:prSet/>
      <dgm:spPr/>
      <dgm:t>
        <a:bodyPr/>
        <a:lstStyle/>
        <a:p>
          <a:r>
            <a:rPr lang="en-US"/>
            <a:t>Measures </a:t>
          </a:r>
          <a:r>
            <a:rPr lang="en-US" b="1"/>
            <a:t>link reliability over time</a:t>
          </a:r>
          <a:endParaRPr lang="en-US"/>
        </a:p>
      </dgm:t>
    </dgm:pt>
    <dgm:pt modelId="{26DFA33B-EAB0-4B61-B02C-3314B99D78A3}" type="parTrans" cxnId="{0BC96578-D6AA-4CB3-BB46-AC7393CFA13C}">
      <dgm:prSet/>
      <dgm:spPr/>
      <dgm:t>
        <a:bodyPr/>
        <a:lstStyle/>
        <a:p>
          <a:endParaRPr lang="en-US"/>
        </a:p>
      </dgm:t>
    </dgm:pt>
    <dgm:pt modelId="{D9EF61AA-8092-4CB8-8896-7F60D4AA1834}" type="sibTrans" cxnId="{0BC96578-D6AA-4CB3-BB46-AC7393CFA13C}">
      <dgm:prSet/>
      <dgm:spPr/>
      <dgm:t>
        <a:bodyPr/>
        <a:lstStyle/>
        <a:p>
          <a:endParaRPr lang="en-US"/>
        </a:p>
      </dgm:t>
    </dgm:pt>
    <dgm:pt modelId="{F4C471BE-FF72-4444-A5C0-FEE47F257AFB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ETX (Expected Transmission Count)</a:t>
          </a:r>
          <a:endParaRPr lang="en-US"/>
        </a:p>
      </dgm:t>
    </dgm:pt>
    <dgm:pt modelId="{ACB11FFC-D628-4C79-B8BC-D288E8A52F0F}" type="parTrans" cxnId="{9E687AC9-CC81-4C43-B75D-4F93B928D329}">
      <dgm:prSet/>
      <dgm:spPr/>
      <dgm:t>
        <a:bodyPr/>
        <a:lstStyle/>
        <a:p>
          <a:endParaRPr lang="en-US"/>
        </a:p>
      </dgm:t>
    </dgm:pt>
    <dgm:pt modelId="{8E91568E-557F-4B9D-B9A6-DDE2253C3643}" type="sibTrans" cxnId="{9E687AC9-CC81-4C43-B75D-4F93B928D329}">
      <dgm:prSet/>
      <dgm:spPr/>
      <dgm:t>
        <a:bodyPr/>
        <a:lstStyle/>
        <a:p>
          <a:endParaRPr lang="en-US"/>
        </a:p>
      </dgm:t>
    </dgm:pt>
    <dgm:pt modelId="{4F08B4CA-B743-4667-A60C-379F7D862FA7}">
      <dgm:prSet/>
      <dgm:spPr/>
      <dgm:t>
        <a:bodyPr/>
        <a:lstStyle/>
        <a:p>
          <a:r>
            <a:rPr lang="en-US"/>
            <a:t>Data sources:</a:t>
          </a:r>
        </a:p>
      </dgm:t>
    </dgm:pt>
    <dgm:pt modelId="{CE86B752-58C2-4C0F-BF77-0BAE4288CE64}" type="parTrans" cxnId="{BD246596-C6C1-47A0-ACCA-1275D838DD35}">
      <dgm:prSet/>
      <dgm:spPr/>
      <dgm:t>
        <a:bodyPr/>
        <a:lstStyle/>
        <a:p>
          <a:endParaRPr lang="en-US"/>
        </a:p>
      </dgm:t>
    </dgm:pt>
    <dgm:pt modelId="{4D65AA2A-022F-4BB6-ACDB-A031490334E5}" type="sibTrans" cxnId="{BD246596-C6C1-47A0-ACCA-1275D838DD35}">
      <dgm:prSet/>
      <dgm:spPr/>
      <dgm:t>
        <a:bodyPr/>
        <a:lstStyle/>
        <a:p>
          <a:endParaRPr lang="en-US"/>
        </a:p>
      </dgm:t>
    </dgm:pt>
    <dgm:pt modelId="{0DDEAADA-3F8E-484B-B9FD-ADD9335305B7}">
      <dgm:prSet/>
      <dgm:spPr/>
      <dgm:t>
        <a:bodyPr/>
        <a:lstStyle/>
        <a:p>
          <a:r>
            <a:rPr lang="en-US"/>
            <a:t>link-stats.h</a:t>
          </a:r>
        </a:p>
      </dgm:t>
    </dgm:pt>
    <dgm:pt modelId="{3690CA37-F850-4EFE-A4C3-AC673BABCE62}" type="parTrans" cxnId="{5107A408-9053-46B4-AA2F-2D5D1B92931D}">
      <dgm:prSet/>
      <dgm:spPr/>
      <dgm:t>
        <a:bodyPr/>
        <a:lstStyle/>
        <a:p>
          <a:endParaRPr lang="en-US"/>
        </a:p>
      </dgm:t>
    </dgm:pt>
    <dgm:pt modelId="{8D5BF5D2-4F59-45E0-96F9-034C864A2512}" type="sibTrans" cxnId="{5107A408-9053-46B4-AA2F-2D5D1B92931D}">
      <dgm:prSet/>
      <dgm:spPr/>
      <dgm:t>
        <a:bodyPr/>
        <a:lstStyle/>
        <a:p>
          <a:endParaRPr lang="en-US"/>
        </a:p>
      </dgm:t>
    </dgm:pt>
    <dgm:pt modelId="{BEDA2B96-47D7-4C68-9029-6434DA837FBB}">
      <dgm:prSet/>
      <dgm:spPr/>
      <dgm:t>
        <a:bodyPr/>
        <a:lstStyle/>
        <a:p>
          <a:r>
            <a:rPr lang="en-US"/>
            <a:t>RPL neighbor table (uip-ds6-nbr)</a:t>
          </a:r>
        </a:p>
      </dgm:t>
    </dgm:pt>
    <dgm:pt modelId="{1B80BEB2-E783-4E48-A3E7-E34733D7EDC0}" type="parTrans" cxnId="{BF5F856E-7AF0-4288-8489-FDCFDF0F1D74}">
      <dgm:prSet/>
      <dgm:spPr/>
      <dgm:t>
        <a:bodyPr/>
        <a:lstStyle/>
        <a:p>
          <a:endParaRPr lang="en-US"/>
        </a:p>
      </dgm:t>
    </dgm:pt>
    <dgm:pt modelId="{90A49450-A404-4F0F-B5D4-B8BCC777A15A}" type="sibTrans" cxnId="{BF5F856E-7AF0-4288-8489-FDCFDF0F1D74}">
      <dgm:prSet/>
      <dgm:spPr/>
      <dgm:t>
        <a:bodyPr/>
        <a:lstStyle/>
        <a:p>
          <a:endParaRPr lang="en-US"/>
        </a:p>
      </dgm:t>
    </dgm:pt>
    <dgm:pt modelId="{E51E10A3-AC74-493D-A423-EA1F4741DE73}">
      <dgm:prSet/>
      <dgm:spPr/>
      <dgm:t>
        <a:bodyPr/>
        <a:lstStyle/>
        <a:p>
          <a:r>
            <a:rPr lang="en-US"/>
            <a:t>Working logic:</a:t>
          </a:r>
        </a:p>
      </dgm:t>
    </dgm:pt>
    <dgm:pt modelId="{638239B6-8883-4CED-8344-A0ED1008C157}" type="parTrans" cxnId="{6BE30EA4-C40E-41C5-BB53-BB8B148BF801}">
      <dgm:prSet/>
      <dgm:spPr/>
      <dgm:t>
        <a:bodyPr/>
        <a:lstStyle/>
        <a:p>
          <a:endParaRPr lang="en-US"/>
        </a:p>
      </dgm:t>
    </dgm:pt>
    <dgm:pt modelId="{B16C3F8B-7026-4DAC-9E03-CDEC22F75FE5}" type="sibTrans" cxnId="{6BE30EA4-C40E-41C5-BB53-BB8B148BF801}">
      <dgm:prSet/>
      <dgm:spPr/>
      <dgm:t>
        <a:bodyPr/>
        <a:lstStyle/>
        <a:p>
          <a:endParaRPr lang="en-US"/>
        </a:p>
      </dgm:t>
    </dgm:pt>
    <dgm:pt modelId="{969E6E97-1F03-49D0-9661-CA6A2E5BBED4}">
      <dgm:prSet/>
      <dgm:spPr/>
      <dgm:t>
        <a:bodyPr/>
        <a:lstStyle/>
        <a:p>
          <a:r>
            <a:rPr lang="en-US"/>
            <a:t>Scan all neighboring nodes</a:t>
          </a:r>
        </a:p>
      </dgm:t>
    </dgm:pt>
    <dgm:pt modelId="{1A86BD81-F7D5-4C81-AE4C-C8788F63487E}" type="parTrans" cxnId="{5F208F52-4499-4D27-B863-816B4E677C7F}">
      <dgm:prSet/>
      <dgm:spPr/>
      <dgm:t>
        <a:bodyPr/>
        <a:lstStyle/>
        <a:p>
          <a:endParaRPr lang="en-US"/>
        </a:p>
      </dgm:t>
    </dgm:pt>
    <dgm:pt modelId="{4014ACBD-DEE7-4E42-ABB0-FBD1CF172F02}" type="sibTrans" cxnId="{5F208F52-4499-4D27-B863-816B4E677C7F}">
      <dgm:prSet/>
      <dgm:spPr/>
      <dgm:t>
        <a:bodyPr/>
        <a:lstStyle/>
        <a:p>
          <a:endParaRPr lang="en-US"/>
        </a:p>
      </dgm:t>
    </dgm:pt>
    <dgm:pt modelId="{F0EAA6B6-3F49-41A9-BC1F-65905E9247D0}">
      <dgm:prSet/>
      <dgm:spPr/>
      <dgm:t>
        <a:bodyPr/>
        <a:lstStyle/>
        <a:p>
          <a:r>
            <a:rPr lang="en-US"/>
            <a:t>Identify minimum ETX value</a:t>
          </a:r>
        </a:p>
      </dgm:t>
    </dgm:pt>
    <dgm:pt modelId="{4B969C1F-2E4C-40CF-BB52-1504B3EB4C08}" type="parTrans" cxnId="{B2AFE35A-88C5-40FA-A110-0A6546C29CF7}">
      <dgm:prSet/>
      <dgm:spPr/>
      <dgm:t>
        <a:bodyPr/>
        <a:lstStyle/>
        <a:p>
          <a:endParaRPr lang="en-US"/>
        </a:p>
      </dgm:t>
    </dgm:pt>
    <dgm:pt modelId="{580ACF7C-A7FA-4AEE-A5CB-D4ABC5E6BDF0}" type="sibTrans" cxnId="{B2AFE35A-88C5-40FA-A110-0A6546C29CF7}">
      <dgm:prSet/>
      <dgm:spPr/>
      <dgm:t>
        <a:bodyPr/>
        <a:lstStyle/>
        <a:p>
          <a:endParaRPr lang="en-US"/>
        </a:p>
      </dgm:t>
    </dgm:pt>
    <dgm:pt modelId="{9B73F687-152E-4419-AAFC-09C857088D11}">
      <dgm:prSet/>
      <dgm:spPr/>
      <dgm:t>
        <a:bodyPr/>
        <a:lstStyle/>
        <a:p>
          <a:r>
            <a:rPr lang="en-US"/>
            <a:t>Lower ETX → Higher trust</a:t>
          </a:r>
        </a:p>
      </dgm:t>
    </dgm:pt>
    <dgm:pt modelId="{E347EA43-9A63-4479-8326-72A6A3D290E7}" type="parTrans" cxnId="{12E5E48E-183A-4A20-9491-89CAD685C030}">
      <dgm:prSet/>
      <dgm:spPr/>
      <dgm:t>
        <a:bodyPr/>
        <a:lstStyle/>
        <a:p>
          <a:endParaRPr lang="en-US"/>
        </a:p>
      </dgm:t>
    </dgm:pt>
    <dgm:pt modelId="{EE9D7A57-6E85-4005-9DCB-F76C68140127}" type="sibTrans" cxnId="{12E5E48E-183A-4A20-9491-89CAD685C030}">
      <dgm:prSet/>
      <dgm:spPr/>
      <dgm:t>
        <a:bodyPr/>
        <a:lstStyle/>
        <a:p>
          <a:endParaRPr lang="en-US"/>
        </a:p>
      </dgm:t>
    </dgm:pt>
    <dgm:pt modelId="{3EEFF3F0-9CE1-4657-BB0B-E7039E3F7B64}">
      <dgm:prSet/>
      <dgm:spPr/>
      <dgm:t>
        <a:bodyPr/>
        <a:lstStyle/>
        <a:p>
          <a:r>
            <a:rPr lang="en-US"/>
            <a:t>Trust calculation:</a:t>
          </a:r>
        </a:p>
      </dgm:t>
    </dgm:pt>
    <dgm:pt modelId="{725EDE46-7161-4100-8FB9-A858767DA49C}" type="parTrans" cxnId="{7B1F5E99-1088-4519-9A24-9D0B097DB8B1}">
      <dgm:prSet/>
      <dgm:spPr/>
      <dgm:t>
        <a:bodyPr/>
        <a:lstStyle/>
        <a:p>
          <a:endParaRPr lang="en-US"/>
        </a:p>
      </dgm:t>
    </dgm:pt>
    <dgm:pt modelId="{C765C442-2E92-4DA4-9099-B4CCFABD6264}" type="sibTrans" cxnId="{7B1F5E99-1088-4519-9A24-9D0B097DB8B1}">
      <dgm:prSet/>
      <dgm:spPr/>
      <dgm:t>
        <a:bodyPr/>
        <a:lstStyle/>
        <a:p>
          <a:endParaRPr lang="en-US"/>
        </a:p>
      </dgm:t>
    </dgm:pt>
    <dgm:pt modelId="{A985DD36-6D2E-4D4B-A9D7-4D89E701415C}">
      <dgm:prSet/>
      <dgm:spPr/>
      <dgm:t>
        <a:bodyPr/>
        <a:lstStyle/>
        <a:p>
          <a:r>
            <a:rPr lang="en-US" b="1"/>
            <a:t>T_HO = 1 / min(ETX)</a:t>
          </a:r>
          <a:endParaRPr lang="en-US"/>
        </a:p>
      </dgm:t>
    </dgm:pt>
    <dgm:pt modelId="{659C55C1-EAAE-48C7-B44C-3BA72BDF2245}" type="parTrans" cxnId="{D724BAFB-4ECC-448B-8749-2D3C85493017}">
      <dgm:prSet/>
      <dgm:spPr/>
      <dgm:t>
        <a:bodyPr/>
        <a:lstStyle/>
        <a:p>
          <a:endParaRPr lang="en-US"/>
        </a:p>
      </dgm:t>
    </dgm:pt>
    <dgm:pt modelId="{F67BD22C-EF62-4AF1-A205-4C7DA73C2AE6}" type="sibTrans" cxnId="{D724BAFB-4ECC-448B-8749-2D3C85493017}">
      <dgm:prSet/>
      <dgm:spPr/>
      <dgm:t>
        <a:bodyPr/>
        <a:lstStyle/>
        <a:p>
          <a:endParaRPr lang="en-US"/>
        </a:p>
      </dgm:t>
    </dgm:pt>
    <dgm:pt modelId="{BC0C8F86-A193-47A5-A2E2-87E4B5B47AA6}">
      <dgm:prSet/>
      <dgm:spPr/>
      <dgm:t>
        <a:bodyPr/>
        <a:lstStyle/>
        <a:p>
          <a:r>
            <a:rPr lang="en-US"/>
            <a:t>Implementation:</a:t>
          </a:r>
        </a:p>
      </dgm:t>
    </dgm:pt>
    <dgm:pt modelId="{EC42EFBF-BE67-418B-97EF-DA0D8FAA2407}" type="parTrans" cxnId="{792568FB-34DE-45C3-BED5-57331D9526B2}">
      <dgm:prSet/>
      <dgm:spPr/>
      <dgm:t>
        <a:bodyPr/>
        <a:lstStyle/>
        <a:p>
          <a:endParaRPr lang="en-US"/>
        </a:p>
      </dgm:t>
    </dgm:pt>
    <dgm:pt modelId="{D4DA1518-FFE2-4CCF-8F81-E3ECF0A03EDC}" type="sibTrans" cxnId="{792568FB-34DE-45C3-BED5-57331D9526B2}">
      <dgm:prSet/>
      <dgm:spPr/>
      <dgm:t>
        <a:bodyPr/>
        <a:lstStyle/>
        <a:p>
          <a:endParaRPr lang="en-US"/>
        </a:p>
      </dgm:t>
    </dgm:pt>
    <dgm:pt modelId="{1EDCDF95-1AA6-4E07-B540-1AFCCD91A763}">
      <dgm:prSet/>
      <dgm:spPr/>
      <dgm:t>
        <a:bodyPr/>
        <a:lstStyle/>
        <a:p>
          <a:r>
            <a:rPr lang="en-US"/>
            <a:t>Implemented in both udp-client.c and udp-server.c</a:t>
          </a:r>
        </a:p>
      </dgm:t>
    </dgm:pt>
    <dgm:pt modelId="{2FEAE513-7814-4C65-9DE2-D171A8E8F8E7}" type="parTrans" cxnId="{51B6F66C-58FD-4710-AB79-AEF1C87EE8E9}">
      <dgm:prSet/>
      <dgm:spPr/>
      <dgm:t>
        <a:bodyPr/>
        <a:lstStyle/>
        <a:p>
          <a:endParaRPr lang="en-US"/>
        </a:p>
      </dgm:t>
    </dgm:pt>
    <dgm:pt modelId="{77153B08-E812-4F01-91A5-39DA65C9D10D}" type="sibTrans" cxnId="{51B6F66C-58FD-4710-AB79-AEF1C87EE8E9}">
      <dgm:prSet/>
      <dgm:spPr/>
      <dgm:t>
        <a:bodyPr/>
        <a:lstStyle/>
        <a:p>
          <a:endParaRPr lang="en-US"/>
        </a:p>
      </dgm:t>
    </dgm:pt>
    <dgm:pt modelId="{05AF53B2-367F-49CA-8E60-7377113F4BDA}">
      <dgm:prSet/>
      <dgm:spPr/>
      <dgm:t>
        <a:bodyPr/>
        <a:lstStyle/>
        <a:p>
          <a:r>
            <a:rPr lang="en-US"/>
            <a:t>Validation:</a:t>
          </a:r>
        </a:p>
      </dgm:t>
    </dgm:pt>
    <dgm:pt modelId="{6822F4D4-F3B8-49C8-BBD3-45C12425283B}" type="parTrans" cxnId="{C3E2E1EB-567D-4D9C-B797-36879EEF7918}">
      <dgm:prSet/>
      <dgm:spPr/>
      <dgm:t>
        <a:bodyPr/>
        <a:lstStyle/>
        <a:p>
          <a:endParaRPr lang="en-US"/>
        </a:p>
      </dgm:t>
    </dgm:pt>
    <dgm:pt modelId="{411323F5-81DF-4476-BB66-CE81C3C1930C}" type="sibTrans" cxnId="{C3E2E1EB-567D-4D9C-B797-36879EEF7918}">
      <dgm:prSet/>
      <dgm:spPr/>
      <dgm:t>
        <a:bodyPr/>
        <a:lstStyle/>
        <a:p>
          <a:endParaRPr lang="en-US"/>
        </a:p>
      </dgm:t>
    </dgm:pt>
    <dgm:pt modelId="{68CCC7D3-DA6B-472D-AED2-C5F8AEB4A044}">
      <dgm:prSet/>
      <dgm:spPr/>
      <dgm:t>
        <a:bodyPr/>
        <a:lstStyle/>
        <a:p>
          <a:r>
            <a:rPr lang="en-US"/>
            <a:t>Trust values printed in </a:t>
          </a:r>
          <a:r>
            <a:rPr lang="en-US" b="1"/>
            <a:t>Cooja mote output</a:t>
          </a:r>
          <a:endParaRPr lang="en-US"/>
        </a:p>
      </dgm:t>
    </dgm:pt>
    <dgm:pt modelId="{52D5529F-10F5-45AD-BC02-D9AE30369211}" type="parTrans" cxnId="{50DCFC62-8718-443A-8A37-DA17CAF9D83F}">
      <dgm:prSet/>
      <dgm:spPr/>
      <dgm:t>
        <a:bodyPr/>
        <a:lstStyle/>
        <a:p>
          <a:endParaRPr lang="en-US"/>
        </a:p>
      </dgm:t>
    </dgm:pt>
    <dgm:pt modelId="{4FBA7A31-2BBD-4FC6-9B57-9848F26899B7}" type="sibTrans" cxnId="{50DCFC62-8718-443A-8A37-DA17CAF9D83F}">
      <dgm:prSet/>
      <dgm:spPr/>
      <dgm:t>
        <a:bodyPr/>
        <a:lstStyle/>
        <a:p>
          <a:endParaRPr lang="en-US"/>
        </a:p>
      </dgm:t>
    </dgm:pt>
    <dgm:pt modelId="{74B345E5-F7FD-4903-A180-D38F1E4A65A4}">
      <dgm:prSet/>
      <dgm:spPr/>
      <dgm:t>
        <a:bodyPr/>
        <a:lstStyle/>
        <a:p>
          <a:r>
            <a:rPr lang="en-US"/>
            <a:t>Computed dynamically during runtime</a:t>
          </a:r>
        </a:p>
      </dgm:t>
    </dgm:pt>
    <dgm:pt modelId="{423D7DEC-4C8D-45B1-BE33-1771C543D57D}" type="parTrans" cxnId="{5F5E9E60-C138-4E78-84BF-27C5AB3B8A50}">
      <dgm:prSet/>
      <dgm:spPr/>
      <dgm:t>
        <a:bodyPr/>
        <a:lstStyle/>
        <a:p>
          <a:endParaRPr lang="en-US"/>
        </a:p>
      </dgm:t>
    </dgm:pt>
    <dgm:pt modelId="{A7260412-6B13-4AC5-953D-A003F61EA58E}" type="sibTrans" cxnId="{5F5E9E60-C138-4E78-84BF-27C5AB3B8A50}">
      <dgm:prSet/>
      <dgm:spPr/>
      <dgm:t>
        <a:bodyPr/>
        <a:lstStyle/>
        <a:p>
          <a:endParaRPr lang="en-US"/>
        </a:p>
      </dgm:t>
    </dgm:pt>
    <dgm:pt modelId="{E03EA5A7-59A1-4FFD-B316-1DFECD5BAFF5}" type="pres">
      <dgm:prSet presAssocID="{721E3583-3B95-4598-8A87-0F73C9EBC2BC}" presName="diagram" presStyleCnt="0">
        <dgm:presLayoutVars>
          <dgm:dir/>
          <dgm:resizeHandles val="exact"/>
        </dgm:presLayoutVars>
      </dgm:prSet>
      <dgm:spPr/>
    </dgm:pt>
    <dgm:pt modelId="{7EFF000B-1EB7-4EBE-BCA7-2F63108BD6B7}" type="pres">
      <dgm:prSet presAssocID="{F937C916-6ADE-4EBF-B8C3-D6585B5914B7}" presName="node" presStyleLbl="node1" presStyleIdx="0" presStyleCnt="8">
        <dgm:presLayoutVars>
          <dgm:bulletEnabled val="1"/>
        </dgm:presLayoutVars>
      </dgm:prSet>
      <dgm:spPr/>
    </dgm:pt>
    <dgm:pt modelId="{00B8AF14-DDEB-446E-AB94-96A91384D965}" type="pres">
      <dgm:prSet presAssocID="{5405760F-DB7D-4FFA-A141-B78292367BCF}" presName="sibTrans" presStyleCnt="0"/>
      <dgm:spPr/>
    </dgm:pt>
    <dgm:pt modelId="{59F42885-4E55-494C-80AB-32E996C4284C}" type="pres">
      <dgm:prSet presAssocID="{D72F8FEE-ABAB-4055-AF30-9F2445E95F9F}" presName="node" presStyleLbl="node1" presStyleIdx="1" presStyleCnt="8">
        <dgm:presLayoutVars>
          <dgm:bulletEnabled val="1"/>
        </dgm:presLayoutVars>
      </dgm:prSet>
      <dgm:spPr/>
    </dgm:pt>
    <dgm:pt modelId="{56E3214F-AC4E-44A1-B706-77BCD246142F}" type="pres">
      <dgm:prSet presAssocID="{D9EF61AA-8092-4CB8-8896-7F60D4AA1834}" presName="sibTrans" presStyleCnt="0"/>
      <dgm:spPr/>
    </dgm:pt>
    <dgm:pt modelId="{BB112882-B531-4AB9-A2AC-664488CE1F4F}" type="pres">
      <dgm:prSet presAssocID="{F4C471BE-FF72-4444-A5C0-FEE47F257AFB}" presName="node" presStyleLbl="node1" presStyleIdx="2" presStyleCnt="8">
        <dgm:presLayoutVars>
          <dgm:bulletEnabled val="1"/>
        </dgm:presLayoutVars>
      </dgm:prSet>
      <dgm:spPr/>
    </dgm:pt>
    <dgm:pt modelId="{34618530-2FAA-4004-8598-D5FF1804CBCD}" type="pres">
      <dgm:prSet presAssocID="{8E91568E-557F-4B9D-B9A6-DDE2253C3643}" presName="sibTrans" presStyleCnt="0"/>
      <dgm:spPr/>
    </dgm:pt>
    <dgm:pt modelId="{658904F5-2988-4F95-8782-5FEBC3F36829}" type="pres">
      <dgm:prSet presAssocID="{4F08B4CA-B743-4667-A60C-379F7D862FA7}" presName="node" presStyleLbl="node1" presStyleIdx="3" presStyleCnt="8">
        <dgm:presLayoutVars>
          <dgm:bulletEnabled val="1"/>
        </dgm:presLayoutVars>
      </dgm:prSet>
      <dgm:spPr/>
    </dgm:pt>
    <dgm:pt modelId="{C0513E33-778C-41A9-BE14-1DBB43FA2E9A}" type="pres">
      <dgm:prSet presAssocID="{4D65AA2A-022F-4BB6-ACDB-A031490334E5}" presName="sibTrans" presStyleCnt="0"/>
      <dgm:spPr/>
    </dgm:pt>
    <dgm:pt modelId="{0560B9DE-166B-4A0C-9AD5-6A4F7CB375FB}" type="pres">
      <dgm:prSet presAssocID="{E51E10A3-AC74-493D-A423-EA1F4741DE73}" presName="node" presStyleLbl="node1" presStyleIdx="4" presStyleCnt="8">
        <dgm:presLayoutVars>
          <dgm:bulletEnabled val="1"/>
        </dgm:presLayoutVars>
      </dgm:prSet>
      <dgm:spPr/>
    </dgm:pt>
    <dgm:pt modelId="{EFCA055A-DDC4-4140-AD23-3D317A722AF3}" type="pres">
      <dgm:prSet presAssocID="{B16C3F8B-7026-4DAC-9E03-CDEC22F75FE5}" presName="sibTrans" presStyleCnt="0"/>
      <dgm:spPr/>
    </dgm:pt>
    <dgm:pt modelId="{7478E3CA-10E9-40C0-B5BE-A85F4755F63D}" type="pres">
      <dgm:prSet presAssocID="{3EEFF3F0-9CE1-4657-BB0B-E7039E3F7B64}" presName="node" presStyleLbl="node1" presStyleIdx="5" presStyleCnt="8">
        <dgm:presLayoutVars>
          <dgm:bulletEnabled val="1"/>
        </dgm:presLayoutVars>
      </dgm:prSet>
      <dgm:spPr/>
    </dgm:pt>
    <dgm:pt modelId="{74A9AB27-B1DF-4324-9428-EF60CFA8C6A7}" type="pres">
      <dgm:prSet presAssocID="{C765C442-2E92-4DA4-9099-B4CCFABD6264}" presName="sibTrans" presStyleCnt="0"/>
      <dgm:spPr/>
    </dgm:pt>
    <dgm:pt modelId="{77054809-5BCE-41AE-8CE8-B58820AE510D}" type="pres">
      <dgm:prSet presAssocID="{BC0C8F86-A193-47A5-A2E2-87E4B5B47AA6}" presName="node" presStyleLbl="node1" presStyleIdx="6" presStyleCnt="8">
        <dgm:presLayoutVars>
          <dgm:bulletEnabled val="1"/>
        </dgm:presLayoutVars>
      </dgm:prSet>
      <dgm:spPr/>
    </dgm:pt>
    <dgm:pt modelId="{000F3336-BC2B-48C7-A4DC-A959DC50D64B}" type="pres">
      <dgm:prSet presAssocID="{D4DA1518-FFE2-4CCF-8F81-E3ECF0A03EDC}" presName="sibTrans" presStyleCnt="0"/>
      <dgm:spPr/>
    </dgm:pt>
    <dgm:pt modelId="{F0F99DEA-8C92-45AE-8D55-73C51E4CEE60}" type="pres">
      <dgm:prSet presAssocID="{05AF53B2-367F-49CA-8E60-7377113F4BDA}" presName="node" presStyleLbl="node1" presStyleIdx="7" presStyleCnt="8">
        <dgm:presLayoutVars>
          <dgm:bulletEnabled val="1"/>
        </dgm:presLayoutVars>
      </dgm:prSet>
      <dgm:spPr/>
    </dgm:pt>
  </dgm:ptLst>
  <dgm:cxnLst>
    <dgm:cxn modelId="{5107A408-9053-46B4-AA2F-2D5D1B92931D}" srcId="{4F08B4CA-B743-4667-A60C-379F7D862FA7}" destId="{0DDEAADA-3F8E-484B-B9FD-ADD9335305B7}" srcOrd="0" destOrd="0" parTransId="{3690CA37-F850-4EFE-A4C3-AC673BABCE62}" sibTransId="{8D5BF5D2-4F59-45E0-96F9-034C864A2512}"/>
    <dgm:cxn modelId="{C0388219-1AF4-4C7B-B437-6879B7F5530F}" type="presOf" srcId="{E51E10A3-AC74-493D-A423-EA1F4741DE73}" destId="{0560B9DE-166B-4A0C-9AD5-6A4F7CB375FB}" srcOrd="0" destOrd="0" presId="urn:microsoft.com/office/officeart/2005/8/layout/default"/>
    <dgm:cxn modelId="{66404060-3C7A-4BD0-B16C-6BC23DE073D7}" type="presOf" srcId="{4F08B4CA-B743-4667-A60C-379F7D862FA7}" destId="{658904F5-2988-4F95-8782-5FEBC3F36829}" srcOrd="0" destOrd="0" presId="urn:microsoft.com/office/officeart/2005/8/layout/default"/>
    <dgm:cxn modelId="{5F5E9E60-C138-4E78-84BF-27C5AB3B8A50}" srcId="{05AF53B2-367F-49CA-8E60-7377113F4BDA}" destId="{74B345E5-F7FD-4903-A180-D38F1E4A65A4}" srcOrd="1" destOrd="0" parTransId="{423D7DEC-4C8D-45B1-BE33-1771C543D57D}" sibTransId="{A7260412-6B13-4AC5-953D-A003F61EA58E}"/>
    <dgm:cxn modelId="{47062762-0C32-4BB8-8393-CA29E7CDFBC6}" type="presOf" srcId="{1EDCDF95-1AA6-4E07-B540-1AFCCD91A763}" destId="{77054809-5BCE-41AE-8CE8-B58820AE510D}" srcOrd="0" destOrd="1" presId="urn:microsoft.com/office/officeart/2005/8/layout/default"/>
    <dgm:cxn modelId="{F691B562-756F-4B8F-A088-FA4640706707}" type="presOf" srcId="{F937C916-6ADE-4EBF-B8C3-D6585B5914B7}" destId="{7EFF000B-1EB7-4EBE-BCA7-2F63108BD6B7}" srcOrd="0" destOrd="0" presId="urn:microsoft.com/office/officeart/2005/8/layout/default"/>
    <dgm:cxn modelId="{50DCFC62-8718-443A-8A37-DA17CAF9D83F}" srcId="{05AF53B2-367F-49CA-8E60-7377113F4BDA}" destId="{68CCC7D3-DA6B-472D-AED2-C5F8AEB4A044}" srcOrd="0" destOrd="0" parTransId="{52D5529F-10F5-45AD-BC02-D9AE30369211}" sibTransId="{4FBA7A31-2BBD-4FC6-9B57-9848F26899B7}"/>
    <dgm:cxn modelId="{3064FF69-E90C-4FB2-91B8-7A651E4440EB}" type="presOf" srcId="{9B73F687-152E-4419-AAFC-09C857088D11}" destId="{0560B9DE-166B-4A0C-9AD5-6A4F7CB375FB}" srcOrd="0" destOrd="3" presId="urn:microsoft.com/office/officeart/2005/8/layout/default"/>
    <dgm:cxn modelId="{51B6F66C-58FD-4710-AB79-AEF1C87EE8E9}" srcId="{BC0C8F86-A193-47A5-A2E2-87E4B5B47AA6}" destId="{1EDCDF95-1AA6-4E07-B540-1AFCCD91A763}" srcOrd="0" destOrd="0" parTransId="{2FEAE513-7814-4C65-9DE2-D171A8E8F8E7}" sibTransId="{77153B08-E812-4F01-91A5-39DA65C9D10D}"/>
    <dgm:cxn modelId="{BF5F856E-7AF0-4288-8489-FDCFDF0F1D74}" srcId="{4F08B4CA-B743-4667-A60C-379F7D862FA7}" destId="{BEDA2B96-47D7-4C68-9029-6434DA837FBB}" srcOrd="1" destOrd="0" parTransId="{1B80BEB2-E783-4E48-A3E7-E34733D7EDC0}" sibTransId="{90A49450-A404-4F0F-B5D4-B8BCC777A15A}"/>
    <dgm:cxn modelId="{5F208F52-4499-4D27-B863-816B4E677C7F}" srcId="{E51E10A3-AC74-493D-A423-EA1F4741DE73}" destId="{969E6E97-1F03-49D0-9661-CA6A2E5BBED4}" srcOrd="0" destOrd="0" parTransId="{1A86BD81-F7D5-4C81-AE4C-C8788F63487E}" sibTransId="{4014ACBD-DEE7-4E42-ABB0-FBD1CF172F02}"/>
    <dgm:cxn modelId="{E56AD553-BD84-4FF0-A692-E6D279F32758}" type="presOf" srcId="{969E6E97-1F03-49D0-9661-CA6A2E5BBED4}" destId="{0560B9DE-166B-4A0C-9AD5-6A4F7CB375FB}" srcOrd="0" destOrd="1" presId="urn:microsoft.com/office/officeart/2005/8/layout/default"/>
    <dgm:cxn modelId="{0BC96578-D6AA-4CB3-BB46-AC7393CFA13C}" srcId="{721E3583-3B95-4598-8A87-0F73C9EBC2BC}" destId="{D72F8FEE-ABAB-4055-AF30-9F2445E95F9F}" srcOrd="1" destOrd="0" parTransId="{26DFA33B-EAB0-4B61-B02C-3314B99D78A3}" sibTransId="{D9EF61AA-8092-4CB8-8896-7F60D4AA1834}"/>
    <dgm:cxn modelId="{37DBBA59-FC12-482F-B811-8ABEC455CCD3}" type="presOf" srcId="{721E3583-3B95-4598-8A87-0F73C9EBC2BC}" destId="{E03EA5A7-59A1-4FFD-B316-1DFECD5BAFF5}" srcOrd="0" destOrd="0" presId="urn:microsoft.com/office/officeart/2005/8/layout/default"/>
    <dgm:cxn modelId="{FE0EC97A-FFBF-4E9D-907F-795D87994A75}" type="presOf" srcId="{D72F8FEE-ABAB-4055-AF30-9F2445E95F9F}" destId="{59F42885-4E55-494C-80AB-32E996C4284C}" srcOrd="0" destOrd="0" presId="urn:microsoft.com/office/officeart/2005/8/layout/default"/>
    <dgm:cxn modelId="{B2AFE35A-88C5-40FA-A110-0A6546C29CF7}" srcId="{E51E10A3-AC74-493D-A423-EA1F4741DE73}" destId="{F0EAA6B6-3F49-41A9-BC1F-65905E9247D0}" srcOrd="1" destOrd="0" parTransId="{4B969C1F-2E4C-40CF-BB52-1504B3EB4C08}" sibTransId="{580ACF7C-A7FA-4AEE-A5CB-D4ABC5E6BDF0}"/>
    <dgm:cxn modelId="{5A624988-EDF7-45C0-9EF6-CFE5D30C960A}" type="presOf" srcId="{A985DD36-6D2E-4D4B-A9D7-4D89E701415C}" destId="{7478E3CA-10E9-40C0-B5BE-A85F4755F63D}" srcOrd="0" destOrd="1" presId="urn:microsoft.com/office/officeart/2005/8/layout/default"/>
    <dgm:cxn modelId="{C20FC98B-0773-4DC4-AD49-8574FD2A63DE}" type="presOf" srcId="{68CCC7D3-DA6B-472D-AED2-C5F8AEB4A044}" destId="{F0F99DEA-8C92-45AE-8D55-73C51E4CEE60}" srcOrd="0" destOrd="1" presId="urn:microsoft.com/office/officeart/2005/8/layout/default"/>
    <dgm:cxn modelId="{12E5E48E-183A-4A20-9491-89CAD685C030}" srcId="{E51E10A3-AC74-493D-A423-EA1F4741DE73}" destId="{9B73F687-152E-4419-AAFC-09C857088D11}" srcOrd="2" destOrd="0" parTransId="{E347EA43-9A63-4479-8326-72A6A3D290E7}" sibTransId="{EE9D7A57-6E85-4005-9DCB-F76C68140127}"/>
    <dgm:cxn modelId="{BD246596-C6C1-47A0-ACCA-1275D838DD35}" srcId="{721E3583-3B95-4598-8A87-0F73C9EBC2BC}" destId="{4F08B4CA-B743-4667-A60C-379F7D862FA7}" srcOrd="3" destOrd="0" parTransId="{CE86B752-58C2-4C0F-BF77-0BAE4288CE64}" sibTransId="{4D65AA2A-022F-4BB6-ACDB-A031490334E5}"/>
    <dgm:cxn modelId="{746CE098-2E14-45FA-B619-C3A5FF3F75CA}" type="presOf" srcId="{F0EAA6B6-3F49-41A9-BC1F-65905E9247D0}" destId="{0560B9DE-166B-4A0C-9AD5-6A4F7CB375FB}" srcOrd="0" destOrd="2" presId="urn:microsoft.com/office/officeart/2005/8/layout/default"/>
    <dgm:cxn modelId="{7B1F5E99-1088-4519-9A24-9D0B097DB8B1}" srcId="{721E3583-3B95-4598-8A87-0F73C9EBC2BC}" destId="{3EEFF3F0-9CE1-4657-BB0B-E7039E3F7B64}" srcOrd="5" destOrd="0" parTransId="{725EDE46-7161-4100-8FB9-A858767DA49C}" sibTransId="{C765C442-2E92-4DA4-9099-B4CCFABD6264}"/>
    <dgm:cxn modelId="{DEE0739E-5DC5-42C3-AA20-E042AF12193F}" type="presOf" srcId="{0DDEAADA-3F8E-484B-B9FD-ADD9335305B7}" destId="{658904F5-2988-4F95-8782-5FEBC3F36829}" srcOrd="0" destOrd="1" presId="urn:microsoft.com/office/officeart/2005/8/layout/default"/>
    <dgm:cxn modelId="{6BE30EA4-C40E-41C5-BB53-BB8B148BF801}" srcId="{721E3583-3B95-4598-8A87-0F73C9EBC2BC}" destId="{E51E10A3-AC74-493D-A423-EA1F4741DE73}" srcOrd="4" destOrd="0" parTransId="{638239B6-8883-4CED-8344-A0ED1008C157}" sibTransId="{B16C3F8B-7026-4DAC-9E03-CDEC22F75FE5}"/>
    <dgm:cxn modelId="{311B3FBC-09F1-4589-B460-F6DAD1ACC911}" srcId="{721E3583-3B95-4598-8A87-0F73C9EBC2BC}" destId="{F937C916-6ADE-4EBF-B8C3-D6585B5914B7}" srcOrd="0" destOrd="0" parTransId="{CB7084F6-AD4C-4266-89F4-6C9407BDFEE0}" sibTransId="{5405760F-DB7D-4FFA-A141-B78292367BCF}"/>
    <dgm:cxn modelId="{C7FE31BF-AD99-4AB4-B0AA-5ADCC7C6C944}" type="presOf" srcId="{05AF53B2-367F-49CA-8E60-7377113F4BDA}" destId="{F0F99DEA-8C92-45AE-8D55-73C51E4CEE60}" srcOrd="0" destOrd="0" presId="urn:microsoft.com/office/officeart/2005/8/layout/default"/>
    <dgm:cxn modelId="{9E687AC9-CC81-4C43-B75D-4F93B928D329}" srcId="{721E3583-3B95-4598-8A87-0F73C9EBC2BC}" destId="{F4C471BE-FF72-4444-A5C0-FEE47F257AFB}" srcOrd="2" destOrd="0" parTransId="{ACB11FFC-D628-4C79-B8BC-D288E8A52F0F}" sibTransId="{8E91568E-557F-4B9D-B9A6-DDE2253C3643}"/>
    <dgm:cxn modelId="{D342CACA-3C33-4550-B257-420FAAB80202}" type="presOf" srcId="{BC0C8F86-A193-47A5-A2E2-87E4B5B47AA6}" destId="{77054809-5BCE-41AE-8CE8-B58820AE510D}" srcOrd="0" destOrd="0" presId="urn:microsoft.com/office/officeart/2005/8/layout/default"/>
    <dgm:cxn modelId="{EA1B0AD8-D255-4821-975E-D70688A51342}" type="presOf" srcId="{BEDA2B96-47D7-4C68-9029-6434DA837FBB}" destId="{658904F5-2988-4F95-8782-5FEBC3F36829}" srcOrd="0" destOrd="2" presId="urn:microsoft.com/office/officeart/2005/8/layout/default"/>
    <dgm:cxn modelId="{4F206CDB-8D94-4DCE-B41F-B6BD6B2396B0}" type="presOf" srcId="{3EEFF3F0-9CE1-4657-BB0B-E7039E3F7B64}" destId="{7478E3CA-10E9-40C0-B5BE-A85F4755F63D}" srcOrd="0" destOrd="0" presId="urn:microsoft.com/office/officeart/2005/8/layout/default"/>
    <dgm:cxn modelId="{C3E2E1EB-567D-4D9C-B797-36879EEF7918}" srcId="{721E3583-3B95-4598-8A87-0F73C9EBC2BC}" destId="{05AF53B2-367F-49CA-8E60-7377113F4BDA}" srcOrd="7" destOrd="0" parTransId="{6822F4D4-F3B8-49C8-BBD3-45C12425283B}" sibTransId="{411323F5-81DF-4476-BB66-CE81C3C1930C}"/>
    <dgm:cxn modelId="{792568FB-34DE-45C3-BED5-57331D9526B2}" srcId="{721E3583-3B95-4598-8A87-0F73C9EBC2BC}" destId="{BC0C8F86-A193-47A5-A2E2-87E4B5B47AA6}" srcOrd="6" destOrd="0" parTransId="{EC42EFBF-BE67-418B-97EF-DA0D8FAA2407}" sibTransId="{D4DA1518-FFE2-4CCF-8F81-E3ECF0A03EDC}"/>
    <dgm:cxn modelId="{D724BAFB-4ECC-448B-8749-2D3C85493017}" srcId="{3EEFF3F0-9CE1-4657-BB0B-E7039E3F7B64}" destId="{A985DD36-6D2E-4D4B-A9D7-4D89E701415C}" srcOrd="0" destOrd="0" parTransId="{659C55C1-EAAE-48C7-B44C-3BA72BDF2245}" sibTransId="{F67BD22C-EF62-4AF1-A205-4C7DA73C2AE6}"/>
    <dgm:cxn modelId="{2F3EE0FB-1DC6-409E-B7ED-105B91A2F943}" type="presOf" srcId="{74B345E5-F7FD-4903-A180-D38F1E4A65A4}" destId="{F0F99DEA-8C92-45AE-8D55-73C51E4CEE60}" srcOrd="0" destOrd="2" presId="urn:microsoft.com/office/officeart/2005/8/layout/default"/>
    <dgm:cxn modelId="{F02D2FFE-6B0A-4ADA-82E6-6685FC3F5355}" type="presOf" srcId="{F4C471BE-FF72-4444-A5C0-FEE47F257AFB}" destId="{BB112882-B531-4AB9-A2AC-664488CE1F4F}" srcOrd="0" destOrd="0" presId="urn:microsoft.com/office/officeart/2005/8/layout/default"/>
    <dgm:cxn modelId="{592F8657-0719-45CE-9613-F3ED26B908A7}" type="presParOf" srcId="{E03EA5A7-59A1-4FFD-B316-1DFECD5BAFF5}" destId="{7EFF000B-1EB7-4EBE-BCA7-2F63108BD6B7}" srcOrd="0" destOrd="0" presId="urn:microsoft.com/office/officeart/2005/8/layout/default"/>
    <dgm:cxn modelId="{0946B3EB-684E-4232-A1DE-4C52AB614261}" type="presParOf" srcId="{E03EA5A7-59A1-4FFD-B316-1DFECD5BAFF5}" destId="{00B8AF14-DDEB-446E-AB94-96A91384D965}" srcOrd="1" destOrd="0" presId="urn:microsoft.com/office/officeart/2005/8/layout/default"/>
    <dgm:cxn modelId="{10E32CA0-EDD0-4DED-B32D-C8AC71D12D20}" type="presParOf" srcId="{E03EA5A7-59A1-4FFD-B316-1DFECD5BAFF5}" destId="{59F42885-4E55-494C-80AB-32E996C4284C}" srcOrd="2" destOrd="0" presId="urn:microsoft.com/office/officeart/2005/8/layout/default"/>
    <dgm:cxn modelId="{6E593311-2F3F-4A21-9135-A782FA65A8DC}" type="presParOf" srcId="{E03EA5A7-59A1-4FFD-B316-1DFECD5BAFF5}" destId="{56E3214F-AC4E-44A1-B706-77BCD246142F}" srcOrd="3" destOrd="0" presId="urn:microsoft.com/office/officeart/2005/8/layout/default"/>
    <dgm:cxn modelId="{08053C25-A56F-47B6-A17C-83B9212F7B90}" type="presParOf" srcId="{E03EA5A7-59A1-4FFD-B316-1DFECD5BAFF5}" destId="{BB112882-B531-4AB9-A2AC-664488CE1F4F}" srcOrd="4" destOrd="0" presId="urn:microsoft.com/office/officeart/2005/8/layout/default"/>
    <dgm:cxn modelId="{F3B0E162-1BAC-4597-9439-2B970559A072}" type="presParOf" srcId="{E03EA5A7-59A1-4FFD-B316-1DFECD5BAFF5}" destId="{34618530-2FAA-4004-8598-D5FF1804CBCD}" srcOrd="5" destOrd="0" presId="urn:microsoft.com/office/officeart/2005/8/layout/default"/>
    <dgm:cxn modelId="{7A25E4EA-2487-42EC-B86D-51AA34FBD399}" type="presParOf" srcId="{E03EA5A7-59A1-4FFD-B316-1DFECD5BAFF5}" destId="{658904F5-2988-4F95-8782-5FEBC3F36829}" srcOrd="6" destOrd="0" presId="urn:microsoft.com/office/officeart/2005/8/layout/default"/>
    <dgm:cxn modelId="{A310B8FE-40D1-41FD-8262-024A4553EECB}" type="presParOf" srcId="{E03EA5A7-59A1-4FFD-B316-1DFECD5BAFF5}" destId="{C0513E33-778C-41A9-BE14-1DBB43FA2E9A}" srcOrd="7" destOrd="0" presId="urn:microsoft.com/office/officeart/2005/8/layout/default"/>
    <dgm:cxn modelId="{66873119-50BB-4D1E-9C73-1974740E7995}" type="presParOf" srcId="{E03EA5A7-59A1-4FFD-B316-1DFECD5BAFF5}" destId="{0560B9DE-166B-4A0C-9AD5-6A4F7CB375FB}" srcOrd="8" destOrd="0" presId="urn:microsoft.com/office/officeart/2005/8/layout/default"/>
    <dgm:cxn modelId="{CEF05564-2587-4C8A-859F-E7DDDDF04AA5}" type="presParOf" srcId="{E03EA5A7-59A1-4FFD-B316-1DFECD5BAFF5}" destId="{EFCA055A-DDC4-4140-AD23-3D317A722AF3}" srcOrd="9" destOrd="0" presId="urn:microsoft.com/office/officeart/2005/8/layout/default"/>
    <dgm:cxn modelId="{3C6F108C-1FD5-4918-BA84-5A3D5A9EFAEE}" type="presParOf" srcId="{E03EA5A7-59A1-4FFD-B316-1DFECD5BAFF5}" destId="{7478E3CA-10E9-40C0-B5BE-A85F4755F63D}" srcOrd="10" destOrd="0" presId="urn:microsoft.com/office/officeart/2005/8/layout/default"/>
    <dgm:cxn modelId="{24E3FE4B-431B-4967-AFD1-3754C190F289}" type="presParOf" srcId="{E03EA5A7-59A1-4FFD-B316-1DFECD5BAFF5}" destId="{74A9AB27-B1DF-4324-9428-EF60CFA8C6A7}" srcOrd="11" destOrd="0" presId="urn:microsoft.com/office/officeart/2005/8/layout/default"/>
    <dgm:cxn modelId="{B97C5D6C-5D41-4C00-95AB-2BC4C0201CC5}" type="presParOf" srcId="{E03EA5A7-59A1-4FFD-B316-1DFECD5BAFF5}" destId="{77054809-5BCE-41AE-8CE8-B58820AE510D}" srcOrd="12" destOrd="0" presId="urn:microsoft.com/office/officeart/2005/8/layout/default"/>
    <dgm:cxn modelId="{483F17AC-62F7-4BE6-AFFD-B97C059F0C14}" type="presParOf" srcId="{E03EA5A7-59A1-4FFD-B316-1DFECD5BAFF5}" destId="{000F3336-BC2B-48C7-A4DC-A959DC50D64B}" srcOrd="13" destOrd="0" presId="urn:microsoft.com/office/officeart/2005/8/layout/default"/>
    <dgm:cxn modelId="{DD96FAA3-A81B-4A4D-B5D8-6B35E73D013C}" type="presParOf" srcId="{E03EA5A7-59A1-4FFD-B316-1DFECD5BAFF5}" destId="{F0F99DEA-8C92-45AE-8D55-73C51E4CEE6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838360-F278-453D-9CB6-B7054720224F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D0771B-B6C2-4194-9064-024E9703F630}">
      <dgm:prSet/>
      <dgm:spPr/>
      <dgm:t>
        <a:bodyPr/>
        <a:lstStyle/>
        <a:p>
          <a:r>
            <a:rPr lang="en-US"/>
            <a:t>Trust metric based on </a:t>
          </a:r>
          <a:r>
            <a:rPr lang="en-US" b="1"/>
            <a:t>remaining node energy</a:t>
          </a:r>
          <a:endParaRPr lang="en-US"/>
        </a:p>
      </dgm:t>
    </dgm:pt>
    <dgm:pt modelId="{DD7E22B8-52A5-4066-8A1F-F8C13ED9AC1D}" type="parTrans" cxnId="{879472DD-87AD-4FBE-852F-68CB8199AA2E}">
      <dgm:prSet/>
      <dgm:spPr/>
      <dgm:t>
        <a:bodyPr/>
        <a:lstStyle/>
        <a:p>
          <a:endParaRPr lang="en-US"/>
        </a:p>
      </dgm:t>
    </dgm:pt>
    <dgm:pt modelId="{91030D9F-89FD-4800-8865-753EBC9284C4}" type="sibTrans" cxnId="{879472DD-87AD-4FBE-852F-68CB8199AA2E}">
      <dgm:prSet/>
      <dgm:spPr/>
      <dgm:t>
        <a:bodyPr/>
        <a:lstStyle/>
        <a:p>
          <a:endParaRPr lang="en-US"/>
        </a:p>
      </dgm:t>
    </dgm:pt>
    <dgm:pt modelId="{00E228DD-3F69-4ED0-9EBF-40AB77624873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Contiki ENERGEST module</a:t>
          </a:r>
          <a:endParaRPr lang="en-US"/>
        </a:p>
      </dgm:t>
    </dgm:pt>
    <dgm:pt modelId="{88161EF1-C8DB-4461-9240-2DB50C4D4799}" type="parTrans" cxnId="{3D135C2E-0E94-4524-8641-D9F13E8F7EFC}">
      <dgm:prSet/>
      <dgm:spPr/>
      <dgm:t>
        <a:bodyPr/>
        <a:lstStyle/>
        <a:p>
          <a:endParaRPr lang="en-US"/>
        </a:p>
      </dgm:t>
    </dgm:pt>
    <dgm:pt modelId="{69F1E6AD-006F-4574-911C-5E7EFBEEC3C0}" type="sibTrans" cxnId="{3D135C2E-0E94-4524-8641-D9F13E8F7EFC}">
      <dgm:prSet/>
      <dgm:spPr/>
      <dgm:t>
        <a:bodyPr/>
        <a:lstStyle/>
        <a:p>
          <a:endParaRPr lang="en-US"/>
        </a:p>
      </dgm:t>
    </dgm:pt>
    <dgm:pt modelId="{3E6B1CD7-E976-4A63-81E5-BB0C8DA62717}">
      <dgm:prSet/>
      <dgm:spPr/>
      <dgm:t>
        <a:bodyPr/>
        <a:lstStyle/>
        <a:p>
          <a:r>
            <a:rPr lang="en-US"/>
            <a:t>Energy components monitored:</a:t>
          </a:r>
        </a:p>
      </dgm:t>
    </dgm:pt>
    <dgm:pt modelId="{DD530F1C-16B4-4174-9A8E-A6D4E7E4E5CA}" type="parTrans" cxnId="{4766BE8C-9CB9-415A-B0DE-A262132A197E}">
      <dgm:prSet/>
      <dgm:spPr/>
      <dgm:t>
        <a:bodyPr/>
        <a:lstStyle/>
        <a:p>
          <a:endParaRPr lang="en-US"/>
        </a:p>
      </dgm:t>
    </dgm:pt>
    <dgm:pt modelId="{9C2481BB-25FB-438A-B451-51EA8328B318}" type="sibTrans" cxnId="{4766BE8C-9CB9-415A-B0DE-A262132A197E}">
      <dgm:prSet/>
      <dgm:spPr/>
      <dgm:t>
        <a:bodyPr/>
        <a:lstStyle/>
        <a:p>
          <a:endParaRPr lang="en-US"/>
        </a:p>
      </dgm:t>
    </dgm:pt>
    <dgm:pt modelId="{CCEB155C-3CE7-4F03-AF52-9A1355611E2B}">
      <dgm:prSet/>
      <dgm:spPr/>
      <dgm:t>
        <a:bodyPr/>
        <a:lstStyle/>
        <a:p>
          <a:r>
            <a:rPr lang="en-US"/>
            <a:t>CPU active time</a:t>
          </a:r>
        </a:p>
      </dgm:t>
    </dgm:pt>
    <dgm:pt modelId="{AA557CA8-CBC8-4FC9-9208-EA5BD2D240B7}" type="parTrans" cxnId="{15CDB318-A740-4BF4-86D7-1BC844CF9A1C}">
      <dgm:prSet/>
      <dgm:spPr/>
      <dgm:t>
        <a:bodyPr/>
        <a:lstStyle/>
        <a:p>
          <a:endParaRPr lang="en-US"/>
        </a:p>
      </dgm:t>
    </dgm:pt>
    <dgm:pt modelId="{2B9F844B-9741-4CFE-9F44-79D072F20D56}" type="sibTrans" cxnId="{15CDB318-A740-4BF4-86D7-1BC844CF9A1C}">
      <dgm:prSet/>
      <dgm:spPr/>
      <dgm:t>
        <a:bodyPr/>
        <a:lstStyle/>
        <a:p>
          <a:endParaRPr lang="en-US"/>
        </a:p>
      </dgm:t>
    </dgm:pt>
    <dgm:pt modelId="{CB3424CB-3F27-4560-AFCB-AF969D31CC94}">
      <dgm:prSet/>
      <dgm:spPr/>
      <dgm:t>
        <a:bodyPr/>
        <a:lstStyle/>
        <a:p>
          <a:r>
            <a:rPr lang="en-US"/>
            <a:t>Low Power Mode (LPM)</a:t>
          </a:r>
        </a:p>
      </dgm:t>
    </dgm:pt>
    <dgm:pt modelId="{63DC0B67-AA52-4859-B8C8-E610D87816E0}" type="parTrans" cxnId="{6309AFE6-4318-47F2-B9F0-6EBC36A21E2B}">
      <dgm:prSet/>
      <dgm:spPr/>
      <dgm:t>
        <a:bodyPr/>
        <a:lstStyle/>
        <a:p>
          <a:endParaRPr lang="en-US"/>
        </a:p>
      </dgm:t>
    </dgm:pt>
    <dgm:pt modelId="{FC183142-27C3-4D77-B8FF-2CC841F2280B}" type="sibTrans" cxnId="{6309AFE6-4318-47F2-B9F0-6EBC36A21E2B}">
      <dgm:prSet/>
      <dgm:spPr/>
      <dgm:t>
        <a:bodyPr/>
        <a:lstStyle/>
        <a:p>
          <a:endParaRPr lang="en-US"/>
        </a:p>
      </dgm:t>
    </dgm:pt>
    <dgm:pt modelId="{3ACB8FFD-FBF7-4F3D-8867-325C6E82878C}">
      <dgm:prSet/>
      <dgm:spPr/>
      <dgm:t>
        <a:bodyPr/>
        <a:lstStyle/>
        <a:p>
          <a:r>
            <a:rPr lang="en-US"/>
            <a:t>Radio Transmission (TX)</a:t>
          </a:r>
        </a:p>
      </dgm:t>
    </dgm:pt>
    <dgm:pt modelId="{6D9BF961-20CF-437E-8C51-EB9A23B3DB66}" type="parTrans" cxnId="{90C83A57-60DA-4536-AE3A-B42DC72877A2}">
      <dgm:prSet/>
      <dgm:spPr/>
      <dgm:t>
        <a:bodyPr/>
        <a:lstStyle/>
        <a:p>
          <a:endParaRPr lang="en-US"/>
        </a:p>
      </dgm:t>
    </dgm:pt>
    <dgm:pt modelId="{ED48D27E-B503-463A-B8F1-9D4EFB83ECFF}" type="sibTrans" cxnId="{90C83A57-60DA-4536-AE3A-B42DC72877A2}">
      <dgm:prSet/>
      <dgm:spPr/>
      <dgm:t>
        <a:bodyPr/>
        <a:lstStyle/>
        <a:p>
          <a:endParaRPr lang="en-US"/>
        </a:p>
      </dgm:t>
    </dgm:pt>
    <dgm:pt modelId="{966D2170-9FC2-4D8A-A70F-11ADBB68C930}">
      <dgm:prSet/>
      <dgm:spPr/>
      <dgm:t>
        <a:bodyPr/>
        <a:lstStyle/>
        <a:p>
          <a:r>
            <a:rPr lang="en-US"/>
            <a:t>Radio Reception (RX)</a:t>
          </a:r>
        </a:p>
      </dgm:t>
    </dgm:pt>
    <dgm:pt modelId="{F66B2ADD-14F2-43C2-811F-95030BD3738F}" type="parTrans" cxnId="{C3446FBE-FBB7-43EE-B646-B71A777C5BB3}">
      <dgm:prSet/>
      <dgm:spPr/>
      <dgm:t>
        <a:bodyPr/>
        <a:lstStyle/>
        <a:p>
          <a:endParaRPr lang="en-US"/>
        </a:p>
      </dgm:t>
    </dgm:pt>
    <dgm:pt modelId="{B2F993EC-90B3-451D-ABEE-21A847302BC2}" type="sibTrans" cxnId="{C3446FBE-FBB7-43EE-B646-B71A777C5BB3}">
      <dgm:prSet/>
      <dgm:spPr/>
      <dgm:t>
        <a:bodyPr/>
        <a:lstStyle/>
        <a:p>
          <a:endParaRPr lang="en-US"/>
        </a:p>
      </dgm:t>
    </dgm:pt>
    <dgm:pt modelId="{B635647B-7CC4-4D77-9702-F564F9F7A95D}">
      <dgm:prSet/>
      <dgm:spPr/>
      <dgm:t>
        <a:bodyPr/>
        <a:lstStyle/>
        <a:p>
          <a:r>
            <a:rPr lang="en-US"/>
            <a:t>Energy model:</a:t>
          </a:r>
        </a:p>
      </dgm:t>
    </dgm:pt>
    <dgm:pt modelId="{1EDD9B8E-1811-480D-B687-0597E503C539}" type="parTrans" cxnId="{30B61E57-4A31-45DA-A03F-4DC9E2408AE2}">
      <dgm:prSet/>
      <dgm:spPr/>
      <dgm:t>
        <a:bodyPr/>
        <a:lstStyle/>
        <a:p>
          <a:endParaRPr lang="en-US"/>
        </a:p>
      </dgm:t>
    </dgm:pt>
    <dgm:pt modelId="{0F995ED4-8014-48DB-AFDB-8F757A274B7A}" type="sibTrans" cxnId="{30B61E57-4A31-45DA-A03F-4DC9E2408AE2}">
      <dgm:prSet/>
      <dgm:spPr/>
      <dgm:t>
        <a:bodyPr/>
        <a:lstStyle/>
        <a:p>
          <a:endParaRPr lang="en-US"/>
        </a:p>
      </dgm:t>
    </dgm:pt>
    <dgm:pt modelId="{68CE005A-86DB-4AF1-8F7B-F261C6B10561}">
      <dgm:prSet/>
      <dgm:spPr/>
      <dgm:t>
        <a:bodyPr/>
        <a:lstStyle/>
        <a:p>
          <a:r>
            <a:rPr lang="en-US" b="1"/>
            <a:t>E_used = V × I × t</a:t>
          </a:r>
          <a:endParaRPr lang="en-US"/>
        </a:p>
      </dgm:t>
    </dgm:pt>
    <dgm:pt modelId="{41240BC3-2639-4806-AFC1-E7E14F743ED5}" type="parTrans" cxnId="{B9819B03-B0B9-408A-926A-6704AD2FB4EC}">
      <dgm:prSet/>
      <dgm:spPr/>
      <dgm:t>
        <a:bodyPr/>
        <a:lstStyle/>
        <a:p>
          <a:endParaRPr lang="en-US"/>
        </a:p>
      </dgm:t>
    </dgm:pt>
    <dgm:pt modelId="{E0320875-5E43-487F-9D54-4E460C0C7670}" type="sibTrans" cxnId="{B9819B03-B0B9-408A-926A-6704AD2FB4EC}">
      <dgm:prSet/>
      <dgm:spPr/>
      <dgm:t>
        <a:bodyPr/>
        <a:lstStyle/>
        <a:p>
          <a:endParaRPr lang="en-US"/>
        </a:p>
      </dgm:t>
    </dgm:pt>
    <dgm:pt modelId="{92F41B48-4972-4BC8-B9EE-C535EAD6979C}">
      <dgm:prSet/>
      <dgm:spPr/>
      <dgm:t>
        <a:bodyPr/>
        <a:lstStyle/>
        <a:p>
          <a:r>
            <a:rPr lang="en-US" b="1"/>
            <a:t>T_ER = 1 − (E_used / E_initial)</a:t>
          </a:r>
          <a:endParaRPr lang="en-US"/>
        </a:p>
      </dgm:t>
    </dgm:pt>
    <dgm:pt modelId="{5EA3F160-0EF1-40E9-B8DD-D9DE237EBF86}" type="parTrans" cxnId="{4B141CD9-2CF1-4F3B-8024-E801A338F17D}">
      <dgm:prSet/>
      <dgm:spPr/>
      <dgm:t>
        <a:bodyPr/>
        <a:lstStyle/>
        <a:p>
          <a:endParaRPr lang="en-US"/>
        </a:p>
      </dgm:t>
    </dgm:pt>
    <dgm:pt modelId="{29BBC37B-4392-4768-99DC-6F67C426B20C}" type="sibTrans" cxnId="{4B141CD9-2CF1-4F3B-8024-E801A338F17D}">
      <dgm:prSet/>
      <dgm:spPr/>
      <dgm:t>
        <a:bodyPr/>
        <a:lstStyle/>
        <a:p>
          <a:endParaRPr lang="en-US"/>
        </a:p>
      </dgm:t>
    </dgm:pt>
    <dgm:pt modelId="{BBDD9F3C-2F6C-4465-8F3E-EBE70D68D024}">
      <dgm:prSet/>
      <dgm:spPr/>
      <dgm:t>
        <a:bodyPr/>
        <a:lstStyle/>
        <a:p>
          <a:r>
            <a:rPr lang="en-US"/>
            <a:t>Implementation:</a:t>
          </a:r>
        </a:p>
      </dgm:t>
    </dgm:pt>
    <dgm:pt modelId="{5F36146D-78B4-4816-9D90-D0E2A3EF9758}" type="parTrans" cxnId="{47741C17-E2F6-4AB8-AF11-DDD200B15E35}">
      <dgm:prSet/>
      <dgm:spPr/>
      <dgm:t>
        <a:bodyPr/>
        <a:lstStyle/>
        <a:p>
          <a:endParaRPr lang="en-US"/>
        </a:p>
      </dgm:t>
    </dgm:pt>
    <dgm:pt modelId="{7A2BC9C8-AD66-4399-89AB-960E3AF6CBEA}" type="sibTrans" cxnId="{47741C17-E2F6-4AB8-AF11-DDD200B15E35}">
      <dgm:prSet/>
      <dgm:spPr/>
      <dgm:t>
        <a:bodyPr/>
        <a:lstStyle/>
        <a:p>
          <a:endParaRPr lang="en-US"/>
        </a:p>
      </dgm:t>
    </dgm:pt>
    <dgm:pt modelId="{81CD53C2-EE78-4DA5-8B0D-1E2EDEEEF44C}">
      <dgm:prSet/>
      <dgm:spPr/>
      <dgm:t>
        <a:bodyPr/>
        <a:lstStyle/>
        <a:p>
          <a:r>
            <a:rPr lang="en-US"/>
            <a:t>Implemented in udp-client.c and udp-server.c</a:t>
          </a:r>
        </a:p>
      </dgm:t>
    </dgm:pt>
    <dgm:pt modelId="{229DA874-766E-4A1A-B4BB-0B9154EBA44D}" type="parTrans" cxnId="{CD836B0E-D143-41C9-8222-8E9B89DC6161}">
      <dgm:prSet/>
      <dgm:spPr/>
      <dgm:t>
        <a:bodyPr/>
        <a:lstStyle/>
        <a:p>
          <a:endParaRPr lang="en-US"/>
        </a:p>
      </dgm:t>
    </dgm:pt>
    <dgm:pt modelId="{5A91593E-D27E-49EA-9128-75B415676A32}" type="sibTrans" cxnId="{CD836B0E-D143-41C9-8222-8E9B89DC6161}">
      <dgm:prSet/>
      <dgm:spPr/>
      <dgm:t>
        <a:bodyPr/>
        <a:lstStyle/>
        <a:p>
          <a:endParaRPr lang="en-US"/>
        </a:p>
      </dgm:t>
    </dgm:pt>
    <dgm:pt modelId="{9AB679AC-EBDB-4674-990A-2771B2184D2B}">
      <dgm:prSet/>
      <dgm:spPr/>
      <dgm:t>
        <a:bodyPr/>
        <a:lstStyle/>
        <a:p>
          <a:r>
            <a:rPr lang="en-US"/>
            <a:t>Output in simulation:</a:t>
          </a:r>
        </a:p>
      </dgm:t>
    </dgm:pt>
    <dgm:pt modelId="{DC2B9B68-A8E2-41BF-AC41-2D6E9E63C21D}" type="parTrans" cxnId="{A7129893-5EAE-4DF9-834F-2E233716958D}">
      <dgm:prSet/>
      <dgm:spPr/>
      <dgm:t>
        <a:bodyPr/>
        <a:lstStyle/>
        <a:p>
          <a:endParaRPr lang="en-US"/>
        </a:p>
      </dgm:t>
    </dgm:pt>
    <dgm:pt modelId="{8C31B011-920B-4378-95EE-292EE53631C6}" type="sibTrans" cxnId="{A7129893-5EAE-4DF9-834F-2E233716958D}">
      <dgm:prSet/>
      <dgm:spPr/>
      <dgm:t>
        <a:bodyPr/>
        <a:lstStyle/>
        <a:p>
          <a:endParaRPr lang="en-US"/>
        </a:p>
      </dgm:t>
    </dgm:pt>
    <dgm:pt modelId="{DF05B079-EF8E-48B8-9DE0-97C3F67022A1}">
      <dgm:prSet/>
      <dgm:spPr/>
      <dgm:t>
        <a:bodyPr/>
        <a:lstStyle/>
        <a:p>
          <a:r>
            <a:rPr lang="en-US"/>
            <a:t>Residual energy value</a:t>
          </a:r>
        </a:p>
      </dgm:t>
    </dgm:pt>
    <dgm:pt modelId="{B4D3548D-2DB6-4443-9A60-E66B96B41B6F}" type="parTrans" cxnId="{D8DB006E-3D92-4CBC-A88D-51632FC422A3}">
      <dgm:prSet/>
      <dgm:spPr/>
      <dgm:t>
        <a:bodyPr/>
        <a:lstStyle/>
        <a:p>
          <a:endParaRPr lang="en-US"/>
        </a:p>
      </dgm:t>
    </dgm:pt>
    <dgm:pt modelId="{6656DBCE-35C3-4A6E-AB1D-7A70D993C747}" type="sibTrans" cxnId="{D8DB006E-3D92-4CBC-A88D-51632FC422A3}">
      <dgm:prSet/>
      <dgm:spPr/>
      <dgm:t>
        <a:bodyPr/>
        <a:lstStyle/>
        <a:p>
          <a:endParaRPr lang="en-US"/>
        </a:p>
      </dgm:t>
    </dgm:pt>
    <dgm:pt modelId="{301C3A15-23AE-4C84-AB76-A7690AA819AB}">
      <dgm:prSet/>
      <dgm:spPr/>
      <dgm:t>
        <a:bodyPr/>
        <a:lstStyle/>
        <a:p>
          <a:r>
            <a:rPr lang="en-US"/>
            <a:t>Energy consumed (mJ)</a:t>
          </a:r>
        </a:p>
      </dgm:t>
    </dgm:pt>
    <dgm:pt modelId="{0383DEDE-833D-47E3-9FBC-DD7193E5C6FC}" type="parTrans" cxnId="{D43887F6-1FB7-420A-9401-DD5151238B46}">
      <dgm:prSet/>
      <dgm:spPr/>
      <dgm:t>
        <a:bodyPr/>
        <a:lstStyle/>
        <a:p>
          <a:endParaRPr lang="en-US"/>
        </a:p>
      </dgm:t>
    </dgm:pt>
    <dgm:pt modelId="{08F54E5C-DAEE-4D9B-9017-C57DCFA8F340}" type="sibTrans" cxnId="{D43887F6-1FB7-420A-9401-DD5151238B46}">
      <dgm:prSet/>
      <dgm:spPr/>
      <dgm:t>
        <a:bodyPr/>
        <a:lstStyle/>
        <a:p>
          <a:endParaRPr lang="en-US"/>
        </a:p>
      </dgm:t>
    </dgm:pt>
    <dgm:pt modelId="{C82A61BF-B671-4162-903A-D3EC837940BA}">
      <dgm:prSet/>
      <dgm:spPr/>
      <dgm:t>
        <a:bodyPr/>
        <a:lstStyle/>
        <a:p>
          <a:r>
            <a:rPr lang="en-US"/>
            <a:t>Normalized trust value (0–1)</a:t>
          </a:r>
        </a:p>
      </dgm:t>
    </dgm:pt>
    <dgm:pt modelId="{DF9E391F-932D-4A48-B12C-2D17295D472D}" type="parTrans" cxnId="{B0DAF960-F710-449E-9508-DDB02A3CA0B8}">
      <dgm:prSet/>
      <dgm:spPr/>
      <dgm:t>
        <a:bodyPr/>
        <a:lstStyle/>
        <a:p>
          <a:endParaRPr lang="en-US"/>
        </a:p>
      </dgm:t>
    </dgm:pt>
    <dgm:pt modelId="{E3AD6C4A-B003-462B-9F32-5BF6BDD29809}" type="sibTrans" cxnId="{B0DAF960-F710-449E-9508-DDB02A3CA0B8}">
      <dgm:prSet/>
      <dgm:spPr/>
      <dgm:t>
        <a:bodyPr/>
        <a:lstStyle/>
        <a:p>
          <a:endParaRPr lang="en-US"/>
        </a:p>
      </dgm:t>
    </dgm:pt>
    <dgm:pt modelId="{BF00992B-BF8C-4721-A579-5568DDB1C9F2}" type="pres">
      <dgm:prSet presAssocID="{79838360-F278-453D-9CB6-B7054720224F}" presName="diagram" presStyleCnt="0">
        <dgm:presLayoutVars>
          <dgm:dir/>
          <dgm:resizeHandles val="exact"/>
        </dgm:presLayoutVars>
      </dgm:prSet>
      <dgm:spPr/>
    </dgm:pt>
    <dgm:pt modelId="{2BD156B7-C7C6-4BE2-8300-91C27FFC61A5}" type="pres">
      <dgm:prSet presAssocID="{05D0771B-B6C2-4194-9064-024E9703F630}" presName="node" presStyleLbl="node1" presStyleIdx="0" presStyleCnt="6">
        <dgm:presLayoutVars>
          <dgm:bulletEnabled val="1"/>
        </dgm:presLayoutVars>
      </dgm:prSet>
      <dgm:spPr/>
    </dgm:pt>
    <dgm:pt modelId="{4C8C2A67-F578-46E0-87CE-3F24A356392F}" type="pres">
      <dgm:prSet presAssocID="{91030D9F-89FD-4800-8865-753EBC9284C4}" presName="sibTrans" presStyleCnt="0"/>
      <dgm:spPr/>
    </dgm:pt>
    <dgm:pt modelId="{8747DD5F-FD6F-4FD4-8127-51B95039FD78}" type="pres">
      <dgm:prSet presAssocID="{00E228DD-3F69-4ED0-9EBF-40AB77624873}" presName="node" presStyleLbl="node1" presStyleIdx="1" presStyleCnt="6">
        <dgm:presLayoutVars>
          <dgm:bulletEnabled val="1"/>
        </dgm:presLayoutVars>
      </dgm:prSet>
      <dgm:spPr/>
    </dgm:pt>
    <dgm:pt modelId="{470E716E-5FD5-4D45-AEB6-726F553D96B2}" type="pres">
      <dgm:prSet presAssocID="{69F1E6AD-006F-4574-911C-5E7EFBEEC3C0}" presName="sibTrans" presStyleCnt="0"/>
      <dgm:spPr/>
    </dgm:pt>
    <dgm:pt modelId="{605DDB50-BEA5-4EDF-A997-D998D9D9C217}" type="pres">
      <dgm:prSet presAssocID="{3E6B1CD7-E976-4A63-81E5-BB0C8DA62717}" presName="node" presStyleLbl="node1" presStyleIdx="2" presStyleCnt="6">
        <dgm:presLayoutVars>
          <dgm:bulletEnabled val="1"/>
        </dgm:presLayoutVars>
      </dgm:prSet>
      <dgm:spPr/>
    </dgm:pt>
    <dgm:pt modelId="{4B21361A-275F-4769-AF84-06DCC2F151E6}" type="pres">
      <dgm:prSet presAssocID="{9C2481BB-25FB-438A-B451-51EA8328B318}" presName="sibTrans" presStyleCnt="0"/>
      <dgm:spPr/>
    </dgm:pt>
    <dgm:pt modelId="{12235C57-0794-4155-A172-A0272314C6D5}" type="pres">
      <dgm:prSet presAssocID="{B635647B-7CC4-4D77-9702-F564F9F7A95D}" presName="node" presStyleLbl="node1" presStyleIdx="3" presStyleCnt="6">
        <dgm:presLayoutVars>
          <dgm:bulletEnabled val="1"/>
        </dgm:presLayoutVars>
      </dgm:prSet>
      <dgm:spPr/>
    </dgm:pt>
    <dgm:pt modelId="{D4C8529A-D012-4E1F-AE5B-11F8D006E457}" type="pres">
      <dgm:prSet presAssocID="{0F995ED4-8014-48DB-AFDB-8F757A274B7A}" presName="sibTrans" presStyleCnt="0"/>
      <dgm:spPr/>
    </dgm:pt>
    <dgm:pt modelId="{5E440008-E9B4-4ADF-95B6-95EC22722412}" type="pres">
      <dgm:prSet presAssocID="{BBDD9F3C-2F6C-4465-8F3E-EBE70D68D024}" presName="node" presStyleLbl="node1" presStyleIdx="4" presStyleCnt="6">
        <dgm:presLayoutVars>
          <dgm:bulletEnabled val="1"/>
        </dgm:presLayoutVars>
      </dgm:prSet>
      <dgm:spPr/>
    </dgm:pt>
    <dgm:pt modelId="{6D2944B3-55C2-4E48-887F-D439483E6D22}" type="pres">
      <dgm:prSet presAssocID="{7A2BC9C8-AD66-4399-89AB-960E3AF6CBEA}" presName="sibTrans" presStyleCnt="0"/>
      <dgm:spPr/>
    </dgm:pt>
    <dgm:pt modelId="{1B91B083-8901-4D24-B3A8-390991F8ECED}" type="pres">
      <dgm:prSet presAssocID="{9AB679AC-EBDB-4674-990A-2771B2184D2B}" presName="node" presStyleLbl="node1" presStyleIdx="5" presStyleCnt="6">
        <dgm:presLayoutVars>
          <dgm:bulletEnabled val="1"/>
        </dgm:presLayoutVars>
      </dgm:prSet>
      <dgm:spPr/>
    </dgm:pt>
  </dgm:ptLst>
  <dgm:cxnLst>
    <dgm:cxn modelId="{B9819B03-B0B9-408A-926A-6704AD2FB4EC}" srcId="{B635647B-7CC4-4D77-9702-F564F9F7A95D}" destId="{68CE005A-86DB-4AF1-8F7B-F261C6B10561}" srcOrd="0" destOrd="0" parTransId="{41240BC3-2639-4806-AFC1-E7E14F743ED5}" sibTransId="{E0320875-5E43-487F-9D54-4E460C0C7670}"/>
    <dgm:cxn modelId="{8375EF04-71E4-43F0-B7C9-A4290582A35A}" type="presOf" srcId="{3ACB8FFD-FBF7-4F3D-8867-325C6E82878C}" destId="{605DDB50-BEA5-4EDF-A997-D998D9D9C217}" srcOrd="0" destOrd="3" presId="urn:microsoft.com/office/officeart/2005/8/layout/default"/>
    <dgm:cxn modelId="{CD836B0E-D143-41C9-8222-8E9B89DC6161}" srcId="{BBDD9F3C-2F6C-4465-8F3E-EBE70D68D024}" destId="{81CD53C2-EE78-4DA5-8B0D-1E2EDEEEF44C}" srcOrd="0" destOrd="0" parTransId="{229DA874-766E-4A1A-B4BB-0B9154EBA44D}" sibTransId="{5A91593E-D27E-49EA-9128-75B415676A32}"/>
    <dgm:cxn modelId="{61738215-FCA8-4132-B2E3-3174A7ECB2C1}" type="presOf" srcId="{79838360-F278-453D-9CB6-B7054720224F}" destId="{BF00992B-BF8C-4721-A579-5568DDB1C9F2}" srcOrd="0" destOrd="0" presId="urn:microsoft.com/office/officeart/2005/8/layout/default"/>
    <dgm:cxn modelId="{47741C17-E2F6-4AB8-AF11-DDD200B15E35}" srcId="{79838360-F278-453D-9CB6-B7054720224F}" destId="{BBDD9F3C-2F6C-4465-8F3E-EBE70D68D024}" srcOrd="4" destOrd="0" parTransId="{5F36146D-78B4-4816-9D90-D0E2A3EF9758}" sibTransId="{7A2BC9C8-AD66-4399-89AB-960E3AF6CBEA}"/>
    <dgm:cxn modelId="{4B838017-D342-409A-A4A2-E0A4464C8616}" type="presOf" srcId="{9AB679AC-EBDB-4674-990A-2771B2184D2B}" destId="{1B91B083-8901-4D24-B3A8-390991F8ECED}" srcOrd="0" destOrd="0" presId="urn:microsoft.com/office/officeart/2005/8/layout/default"/>
    <dgm:cxn modelId="{15CDB318-A740-4BF4-86D7-1BC844CF9A1C}" srcId="{3E6B1CD7-E976-4A63-81E5-BB0C8DA62717}" destId="{CCEB155C-3CE7-4F03-AF52-9A1355611E2B}" srcOrd="0" destOrd="0" parTransId="{AA557CA8-CBC8-4FC9-9208-EA5BD2D240B7}" sibTransId="{2B9F844B-9741-4CFE-9F44-79D072F20D56}"/>
    <dgm:cxn modelId="{BE9D031A-5EA2-4BB7-8D89-6CFE4001A459}" type="presOf" srcId="{00E228DD-3F69-4ED0-9EBF-40AB77624873}" destId="{8747DD5F-FD6F-4FD4-8127-51B95039FD78}" srcOrd="0" destOrd="0" presId="urn:microsoft.com/office/officeart/2005/8/layout/default"/>
    <dgm:cxn modelId="{3D135C2E-0E94-4524-8641-D9F13E8F7EFC}" srcId="{79838360-F278-453D-9CB6-B7054720224F}" destId="{00E228DD-3F69-4ED0-9EBF-40AB77624873}" srcOrd="1" destOrd="0" parTransId="{88161EF1-C8DB-4461-9240-2DB50C4D4799}" sibTransId="{69F1E6AD-006F-4574-911C-5E7EFBEEC3C0}"/>
    <dgm:cxn modelId="{15A0F240-D282-4862-8767-0E0CE7EA6E93}" type="presOf" srcId="{BBDD9F3C-2F6C-4465-8F3E-EBE70D68D024}" destId="{5E440008-E9B4-4ADF-95B6-95EC22722412}" srcOrd="0" destOrd="0" presId="urn:microsoft.com/office/officeart/2005/8/layout/default"/>
    <dgm:cxn modelId="{97355B5F-C657-474C-9F43-0E49A56EEC7F}" type="presOf" srcId="{CB3424CB-3F27-4560-AFCB-AF969D31CC94}" destId="{605DDB50-BEA5-4EDF-A997-D998D9D9C217}" srcOrd="0" destOrd="2" presId="urn:microsoft.com/office/officeart/2005/8/layout/default"/>
    <dgm:cxn modelId="{B0DAF960-F710-449E-9508-DDB02A3CA0B8}" srcId="{9AB679AC-EBDB-4674-990A-2771B2184D2B}" destId="{C82A61BF-B671-4162-903A-D3EC837940BA}" srcOrd="2" destOrd="0" parTransId="{DF9E391F-932D-4A48-B12C-2D17295D472D}" sibTransId="{E3AD6C4A-B003-462B-9F32-5BF6BDD29809}"/>
    <dgm:cxn modelId="{FDF6D34C-1031-4FC8-BBFA-205EED73C1FA}" type="presOf" srcId="{DF05B079-EF8E-48B8-9DE0-97C3F67022A1}" destId="{1B91B083-8901-4D24-B3A8-390991F8ECED}" srcOrd="0" destOrd="1" presId="urn:microsoft.com/office/officeart/2005/8/layout/default"/>
    <dgm:cxn modelId="{D8DB006E-3D92-4CBC-A88D-51632FC422A3}" srcId="{9AB679AC-EBDB-4674-990A-2771B2184D2B}" destId="{DF05B079-EF8E-48B8-9DE0-97C3F67022A1}" srcOrd="0" destOrd="0" parTransId="{B4D3548D-2DB6-4443-9A60-E66B96B41B6F}" sibTransId="{6656DBCE-35C3-4A6E-AB1D-7A70D993C747}"/>
    <dgm:cxn modelId="{653BE172-3D30-4239-A1E0-B6614CF20560}" type="presOf" srcId="{68CE005A-86DB-4AF1-8F7B-F261C6B10561}" destId="{12235C57-0794-4155-A172-A0272314C6D5}" srcOrd="0" destOrd="1" presId="urn:microsoft.com/office/officeart/2005/8/layout/default"/>
    <dgm:cxn modelId="{30B61E57-4A31-45DA-A03F-4DC9E2408AE2}" srcId="{79838360-F278-453D-9CB6-B7054720224F}" destId="{B635647B-7CC4-4D77-9702-F564F9F7A95D}" srcOrd="3" destOrd="0" parTransId="{1EDD9B8E-1811-480D-B687-0597E503C539}" sibTransId="{0F995ED4-8014-48DB-AFDB-8F757A274B7A}"/>
    <dgm:cxn modelId="{90C83A57-60DA-4536-AE3A-B42DC72877A2}" srcId="{3E6B1CD7-E976-4A63-81E5-BB0C8DA62717}" destId="{3ACB8FFD-FBF7-4F3D-8867-325C6E82878C}" srcOrd="2" destOrd="0" parTransId="{6D9BF961-20CF-437E-8C51-EB9A23B3DB66}" sibTransId="{ED48D27E-B503-463A-B8F1-9D4EFB83ECFF}"/>
    <dgm:cxn modelId="{9564947C-D831-4BFB-9252-6A992A81A2D8}" type="presOf" srcId="{301C3A15-23AE-4C84-AB76-A7690AA819AB}" destId="{1B91B083-8901-4D24-B3A8-390991F8ECED}" srcOrd="0" destOrd="2" presId="urn:microsoft.com/office/officeart/2005/8/layout/default"/>
    <dgm:cxn modelId="{4766BE8C-9CB9-415A-B0DE-A262132A197E}" srcId="{79838360-F278-453D-9CB6-B7054720224F}" destId="{3E6B1CD7-E976-4A63-81E5-BB0C8DA62717}" srcOrd="2" destOrd="0" parTransId="{DD530F1C-16B4-4174-9A8E-A6D4E7E4E5CA}" sibTransId="{9C2481BB-25FB-438A-B451-51EA8328B318}"/>
    <dgm:cxn modelId="{A7129893-5EAE-4DF9-834F-2E233716958D}" srcId="{79838360-F278-453D-9CB6-B7054720224F}" destId="{9AB679AC-EBDB-4674-990A-2771B2184D2B}" srcOrd="5" destOrd="0" parTransId="{DC2B9B68-A8E2-41BF-AC41-2D6E9E63C21D}" sibTransId="{8C31B011-920B-4378-95EE-292EE53631C6}"/>
    <dgm:cxn modelId="{B08839A3-0C99-4F14-B840-6331F4647CB4}" type="presOf" srcId="{CCEB155C-3CE7-4F03-AF52-9A1355611E2B}" destId="{605DDB50-BEA5-4EDF-A997-D998D9D9C217}" srcOrd="0" destOrd="1" presId="urn:microsoft.com/office/officeart/2005/8/layout/default"/>
    <dgm:cxn modelId="{5615AEA4-0615-4434-BBB0-6666870D4DFA}" type="presOf" srcId="{966D2170-9FC2-4D8A-A70F-11ADBB68C930}" destId="{605DDB50-BEA5-4EDF-A997-D998D9D9C217}" srcOrd="0" destOrd="4" presId="urn:microsoft.com/office/officeart/2005/8/layout/default"/>
    <dgm:cxn modelId="{8C577FAB-607E-4325-9FB1-C19D85100D32}" type="presOf" srcId="{B635647B-7CC4-4D77-9702-F564F9F7A95D}" destId="{12235C57-0794-4155-A172-A0272314C6D5}" srcOrd="0" destOrd="0" presId="urn:microsoft.com/office/officeart/2005/8/layout/default"/>
    <dgm:cxn modelId="{C3446FBE-FBB7-43EE-B646-B71A777C5BB3}" srcId="{3E6B1CD7-E976-4A63-81E5-BB0C8DA62717}" destId="{966D2170-9FC2-4D8A-A70F-11ADBB68C930}" srcOrd="3" destOrd="0" parTransId="{F66B2ADD-14F2-43C2-811F-95030BD3738F}" sibTransId="{B2F993EC-90B3-451D-ABEE-21A847302BC2}"/>
    <dgm:cxn modelId="{1EB1BBCF-B172-4963-BD4B-523C80CA0CBD}" type="presOf" srcId="{92F41B48-4972-4BC8-B9EE-C535EAD6979C}" destId="{12235C57-0794-4155-A172-A0272314C6D5}" srcOrd="0" destOrd="2" presId="urn:microsoft.com/office/officeart/2005/8/layout/default"/>
    <dgm:cxn modelId="{4B141CD9-2CF1-4F3B-8024-E801A338F17D}" srcId="{B635647B-7CC4-4D77-9702-F564F9F7A95D}" destId="{92F41B48-4972-4BC8-B9EE-C535EAD6979C}" srcOrd="1" destOrd="0" parTransId="{5EA3F160-0EF1-40E9-B8DD-D9DE237EBF86}" sibTransId="{29BBC37B-4392-4768-99DC-6F67C426B20C}"/>
    <dgm:cxn modelId="{879472DD-87AD-4FBE-852F-68CB8199AA2E}" srcId="{79838360-F278-453D-9CB6-B7054720224F}" destId="{05D0771B-B6C2-4194-9064-024E9703F630}" srcOrd="0" destOrd="0" parTransId="{DD7E22B8-52A5-4066-8A1F-F8C13ED9AC1D}" sibTransId="{91030D9F-89FD-4800-8865-753EBC9284C4}"/>
    <dgm:cxn modelId="{0D2AECE0-4412-4A98-AD1C-80920861DD73}" type="presOf" srcId="{05D0771B-B6C2-4194-9064-024E9703F630}" destId="{2BD156B7-C7C6-4BE2-8300-91C27FFC61A5}" srcOrd="0" destOrd="0" presId="urn:microsoft.com/office/officeart/2005/8/layout/default"/>
    <dgm:cxn modelId="{6309AFE6-4318-47F2-B9F0-6EBC36A21E2B}" srcId="{3E6B1CD7-E976-4A63-81E5-BB0C8DA62717}" destId="{CB3424CB-3F27-4560-AFCB-AF969D31CC94}" srcOrd="1" destOrd="0" parTransId="{63DC0B67-AA52-4859-B8C8-E610D87816E0}" sibTransId="{FC183142-27C3-4D77-B8FF-2CC841F2280B}"/>
    <dgm:cxn modelId="{AD3965E9-91F2-456B-89A6-9BAAF1976015}" type="presOf" srcId="{81CD53C2-EE78-4DA5-8B0D-1E2EDEEEF44C}" destId="{5E440008-E9B4-4ADF-95B6-95EC22722412}" srcOrd="0" destOrd="1" presId="urn:microsoft.com/office/officeart/2005/8/layout/default"/>
    <dgm:cxn modelId="{BD3088F1-55CE-4EFE-894D-DDA7E4B6D507}" type="presOf" srcId="{3E6B1CD7-E976-4A63-81E5-BB0C8DA62717}" destId="{605DDB50-BEA5-4EDF-A997-D998D9D9C217}" srcOrd="0" destOrd="0" presId="urn:microsoft.com/office/officeart/2005/8/layout/default"/>
    <dgm:cxn modelId="{D43887F6-1FB7-420A-9401-DD5151238B46}" srcId="{9AB679AC-EBDB-4674-990A-2771B2184D2B}" destId="{301C3A15-23AE-4C84-AB76-A7690AA819AB}" srcOrd="1" destOrd="0" parTransId="{0383DEDE-833D-47E3-9FBC-DD7193E5C6FC}" sibTransId="{08F54E5C-DAEE-4D9B-9017-C57DCFA8F340}"/>
    <dgm:cxn modelId="{DE9505FB-ED3A-48A2-96B6-59A0B1B26F14}" type="presOf" srcId="{C82A61BF-B671-4162-903A-D3EC837940BA}" destId="{1B91B083-8901-4D24-B3A8-390991F8ECED}" srcOrd="0" destOrd="3" presId="urn:microsoft.com/office/officeart/2005/8/layout/default"/>
    <dgm:cxn modelId="{C35C4E6E-989D-447D-B3B1-ECFA28328E44}" type="presParOf" srcId="{BF00992B-BF8C-4721-A579-5568DDB1C9F2}" destId="{2BD156B7-C7C6-4BE2-8300-91C27FFC61A5}" srcOrd="0" destOrd="0" presId="urn:microsoft.com/office/officeart/2005/8/layout/default"/>
    <dgm:cxn modelId="{0DCC63FB-8933-453F-9135-D1DE21C45AE5}" type="presParOf" srcId="{BF00992B-BF8C-4721-A579-5568DDB1C9F2}" destId="{4C8C2A67-F578-46E0-87CE-3F24A356392F}" srcOrd="1" destOrd="0" presId="urn:microsoft.com/office/officeart/2005/8/layout/default"/>
    <dgm:cxn modelId="{0D198D4A-77C0-429E-B05C-06FA758E3E07}" type="presParOf" srcId="{BF00992B-BF8C-4721-A579-5568DDB1C9F2}" destId="{8747DD5F-FD6F-4FD4-8127-51B95039FD78}" srcOrd="2" destOrd="0" presId="urn:microsoft.com/office/officeart/2005/8/layout/default"/>
    <dgm:cxn modelId="{C71BDE02-A848-49BA-BD44-E7468C846C03}" type="presParOf" srcId="{BF00992B-BF8C-4721-A579-5568DDB1C9F2}" destId="{470E716E-5FD5-4D45-AEB6-726F553D96B2}" srcOrd="3" destOrd="0" presId="urn:microsoft.com/office/officeart/2005/8/layout/default"/>
    <dgm:cxn modelId="{05E73C61-B024-4CEC-95FF-AA1A62D7EDED}" type="presParOf" srcId="{BF00992B-BF8C-4721-A579-5568DDB1C9F2}" destId="{605DDB50-BEA5-4EDF-A997-D998D9D9C217}" srcOrd="4" destOrd="0" presId="urn:microsoft.com/office/officeart/2005/8/layout/default"/>
    <dgm:cxn modelId="{04842BDC-E56A-41B2-B1EA-3E2CA575DD39}" type="presParOf" srcId="{BF00992B-BF8C-4721-A579-5568DDB1C9F2}" destId="{4B21361A-275F-4769-AF84-06DCC2F151E6}" srcOrd="5" destOrd="0" presId="urn:microsoft.com/office/officeart/2005/8/layout/default"/>
    <dgm:cxn modelId="{822C0F53-B044-469E-8753-381A6CEA33B4}" type="presParOf" srcId="{BF00992B-BF8C-4721-A579-5568DDB1C9F2}" destId="{12235C57-0794-4155-A172-A0272314C6D5}" srcOrd="6" destOrd="0" presId="urn:microsoft.com/office/officeart/2005/8/layout/default"/>
    <dgm:cxn modelId="{6B178370-1B80-4B38-ABC1-2D6762425D2C}" type="presParOf" srcId="{BF00992B-BF8C-4721-A579-5568DDB1C9F2}" destId="{D4C8529A-D012-4E1F-AE5B-11F8D006E457}" srcOrd="7" destOrd="0" presId="urn:microsoft.com/office/officeart/2005/8/layout/default"/>
    <dgm:cxn modelId="{07D1D40B-7779-4155-AD85-05C364421972}" type="presParOf" srcId="{BF00992B-BF8C-4721-A579-5568DDB1C9F2}" destId="{5E440008-E9B4-4ADF-95B6-95EC22722412}" srcOrd="8" destOrd="0" presId="urn:microsoft.com/office/officeart/2005/8/layout/default"/>
    <dgm:cxn modelId="{CC979FF4-E5C7-434B-A968-E53DC31A4F50}" type="presParOf" srcId="{BF00992B-BF8C-4721-A579-5568DDB1C9F2}" destId="{6D2944B3-55C2-4E48-887F-D439483E6D22}" srcOrd="9" destOrd="0" presId="urn:microsoft.com/office/officeart/2005/8/layout/default"/>
    <dgm:cxn modelId="{185405CC-B2FA-4CBE-9D93-84BEB8D476CF}" type="presParOf" srcId="{BF00992B-BF8C-4721-A579-5568DDB1C9F2}" destId="{1B91B083-8901-4D24-B3A8-390991F8ECE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2DBE3-1665-4977-B623-9C1E4CC3C31B}">
      <dsp:nvSpPr>
        <dsp:cNvPr id="0" name=""/>
        <dsp:cNvSpPr/>
      </dsp:nvSpPr>
      <dsp:spPr>
        <a:xfrm>
          <a:off x="0" y="231599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Simulation environment: </a:t>
          </a:r>
          <a:r>
            <a:rPr lang="en-US" sz="2400" b="1" kern="1200"/>
            <a:t>Contiki-NG with Cooja</a:t>
          </a:r>
          <a:endParaRPr lang="en-US" sz="2400" kern="1200" err="1"/>
        </a:p>
      </dsp:txBody>
      <dsp:txXfrm>
        <a:off x="0" y="231599"/>
        <a:ext cx="3656432" cy="2193859"/>
      </dsp:txXfrm>
    </dsp:sp>
    <dsp:sp modelId="{5F2EC863-C034-4420-BDF6-35D67259CD44}">
      <dsp:nvSpPr>
        <dsp:cNvPr id="0" name=""/>
        <dsp:cNvSpPr/>
      </dsp:nvSpPr>
      <dsp:spPr>
        <a:xfrm>
          <a:off x="4022075" y="231599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Network protocol: </a:t>
          </a:r>
          <a:r>
            <a:rPr lang="en-US" sz="2400" b="1" kern="1200"/>
            <a:t>RPL (IPv6 for Low-Power and Lossy Networks)</a:t>
          </a:r>
          <a:endParaRPr lang="en-US" sz="2400" kern="1200"/>
        </a:p>
      </dsp:txBody>
      <dsp:txXfrm>
        <a:off x="4022075" y="231599"/>
        <a:ext cx="3656432" cy="2193859"/>
      </dsp:txXfrm>
    </dsp:sp>
    <dsp:sp modelId="{73C66BC6-EB15-4FB3-9C39-1770B5AA4127}">
      <dsp:nvSpPr>
        <dsp:cNvPr id="0" name=""/>
        <dsp:cNvSpPr/>
      </dsp:nvSpPr>
      <dsp:spPr>
        <a:xfrm>
          <a:off x="8044151" y="231599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Topology: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Multi-hop DAG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Single RPL Root (Sink node)</a:t>
          </a:r>
        </a:p>
      </dsp:txBody>
      <dsp:txXfrm>
        <a:off x="8044151" y="231599"/>
        <a:ext cx="3656432" cy="2193859"/>
      </dsp:txXfrm>
    </dsp:sp>
    <dsp:sp modelId="{79DE89FF-3CFA-4C15-925E-1CA40594312C}">
      <dsp:nvSpPr>
        <dsp:cNvPr id="0" name=""/>
        <dsp:cNvSpPr/>
      </dsp:nvSpPr>
      <dsp:spPr>
        <a:xfrm>
          <a:off x="0" y="2791102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Application layer: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udp-server.c → RPL Root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udp-client.c → Sensor nodes</a:t>
          </a:r>
        </a:p>
      </dsp:txBody>
      <dsp:txXfrm>
        <a:off x="0" y="2791102"/>
        <a:ext cx="3656432" cy="2193859"/>
      </dsp:txXfrm>
    </dsp:sp>
    <dsp:sp modelId="{7C68623D-3E90-4036-83C3-261BDAB08595}">
      <dsp:nvSpPr>
        <dsp:cNvPr id="0" name=""/>
        <dsp:cNvSpPr/>
      </dsp:nvSpPr>
      <dsp:spPr>
        <a:xfrm>
          <a:off x="4022075" y="2791102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Communication model: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Clients periodically send UDP requests to root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Root sends UDP responses back</a:t>
          </a:r>
        </a:p>
      </dsp:txBody>
      <dsp:txXfrm>
        <a:off x="4022075" y="2791102"/>
        <a:ext cx="3656432" cy="2193859"/>
      </dsp:txXfrm>
    </dsp:sp>
    <dsp:sp modelId="{CDDE3BC1-24E9-4B49-87F9-8EB579BAF4E4}">
      <dsp:nvSpPr>
        <dsp:cNvPr id="0" name=""/>
        <dsp:cNvSpPr/>
      </dsp:nvSpPr>
      <dsp:spPr>
        <a:xfrm>
          <a:off x="8044151" y="2791102"/>
          <a:ext cx="3656432" cy="2193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Purpose of baseline setup: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Establish stable RPL routing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Enable automatic parent selection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Collect link quality metrics (ETX)</a:t>
          </a:r>
        </a:p>
      </dsp:txBody>
      <dsp:txXfrm>
        <a:off x="8044151" y="2791102"/>
        <a:ext cx="3656432" cy="21938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F000B-1EB7-4EBE-BCA7-2F63108BD6B7}">
      <dsp:nvSpPr>
        <dsp:cNvPr id="0" name=""/>
        <dsp:cNvSpPr/>
      </dsp:nvSpPr>
      <dsp:spPr>
        <a:xfrm>
          <a:off x="3423" y="825648"/>
          <a:ext cx="2715617" cy="16293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Trust metric based on </a:t>
          </a:r>
          <a:r>
            <a:rPr lang="en-US" sz="2100" b="1" kern="1200"/>
            <a:t>past communication behavior</a:t>
          </a:r>
          <a:endParaRPr lang="en-US" sz="2100" kern="1200"/>
        </a:p>
      </dsp:txBody>
      <dsp:txXfrm>
        <a:off x="3423" y="825648"/>
        <a:ext cx="2715617" cy="1629370"/>
      </dsp:txXfrm>
    </dsp:sp>
    <dsp:sp modelId="{59F42885-4E55-494C-80AB-32E996C4284C}">
      <dsp:nvSpPr>
        <dsp:cNvPr id="0" name=""/>
        <dsp:cNvSpPr/>
      </dsp:nvSpPr>
      <dsp:spPr>
        <a:xfrm>
          <a:off x="2990601" y="825648"/>
          <a:ext cx="2715617" cy="1629370"/>
        </a:xfrm>
        <a:prstGeom prst="rect">
          <a:avLst/>
        </a:prstGeom>
        <a:solidFill>
          <a:schemeClr val="accent5">
            <a:hueOff val="-262448"/>
            <a:satOff val="39"/>
            <a:lumOff val="-9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Measures </a:t>
          </a:r>
          <a:r>
            <a:rPr lang="en-US" sz="2100" b="1" kern="1200"/>
            <a:t>link reliability over time</a:t>
          </a:r>
          <a:endParaRPr lang="en-US" sz="2100" kern="1200"/>
        </a:p>
      </dsp:txBody>
      <dsp:txXfrm>
        <a:off x="2990601" y="825648"/>
        <a:ext cx="2715617" cy="1629370"/>
      </dsp:txXfrm>
    </dsp:sp>
    <dsp:sp modelId="{BB112882-B531-4AB9-A2AC-664488CE1F4F}">
      <dsp:nvSpPr>
        <dsp:cNvPr id="0" name=""/>
        <dsp:cNvSpPr/>
      </dsp:nvSpPr>
      <dsp:spPr>
        <a:xfrm>
          <a:off x="5977780" y="825648"/>
          <a:ext cx="2715617" cy="1629370"/>
        </a:xfrm>
        <a:prstGeom prst="rect">
          <a:avLst/>
        </a:prstGeom>
        <a:solidFill>
          <a:schemeClr val="accent5">
            <a:hueOff val="-524896"/>
            <a:satOff val="77"/>
            <a:lumOff val="-18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Uses </a:t>
          </a:r>
          <a:r>
            <a:rPr lang="en-US" sz="2100" b="1" kern="1200"/>
            <a:t>ETX (Expected Transmission Count)</a:t>
          </a:r>
          <a:endParaRPr lang="en-US" sz="2100" kern="1200"/>
        </a:p>
      </dsp:txBody>
      <dsp:txXfrm>
        <a:off x="5977780" y="825648"/>
        <a:ext cx="2715617" cy="1629370"/>
      </dsp:txXfrm>
    </dsp:sp>
    <dsp:sp modelId="{658904F5-2988-4F95-8782-5FEBC3F36829}">
      <dsp:nvSpPr>
        <dsp:cNvPr id="0" name=""/>
        <dsp:cNvSpPr/>
      </dsp:nvSpPr>
      <dsp:spPr>
        <a:xfrm>
          <a:off x="8964959" y="825648"/>
          <a:ext cx="2715617" cy="1629370"/>
        </a:xfrm>
        <a:prstGeom prst="rect">
          <a:avLst/>
        </a:prstGeom>
        <a:solidFill>
          <a:schemeClr val="accent5">
            <a:hueOff val="-787344"/>
            <a:satOff val="116"/>
            <a:lumOff val="-27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sources: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link-stats.h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RPL neighbor table (uip-ds6-nbr)</a:t>
          </a:r>
        </a:p>
      </dsp:txBody>
      <dsp:txXfrm>
        <a:off x="8964959" y="825648"/>
        <a:ext cx="2715617" cy="1629370"/>
      </dsp:txXfrm>
    </dsp:sp>
    <dsp:sp modelId="{0560B9DE-166B-4A0C-9AD5-6A4F7CB375FB}">
      <dsp:nvSpPr>
        <dsp:cNvPr id="0" name=""/>
        <dsp:cNvSpPr/>
      </dsp:nvSpPr>
      <dsp:spPr>
        <a:xfrm>
          <a:off x="3423" y="2726580"/>
          <a:ext cx="2715617" cy="1629370"/>
        </a:xfrm>
        <a:prstGeom prst="rect">
          <a:avLst/>
        </a:prstGeom>
        <a:solidFill>
          <a:schemeClr val="accent5">
            <a:hueOff val="-1049793"/>
            <a:satOff val="154"/>
            <a:lumOff val="-36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Working logic: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Scan all neighboring nodes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Identify minimum ETX value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Lower ETX → Higher trust</a:t>
          </a:r>
        </a:p>
      </dsp:txBody>
      <dsp:txXfrm>
        <a:off x="3423" y="2726580"/>
        <a:ext cx="2715617" cy="1629370"/>
      </dsp:txXfrm>
    </dsp:sp>
    <dsp:sp modelId="{7478E3CA-10E9-40C0-B5BE-A85F4755F63D}">
      <dsp:nvSpPr>
        <dsp:cNvPr id="0" name=""/>
        <dsp:cNvSpPr/>
      </dsp:nvSpPr>
      <dsp:spPr>
        <a:xfrm>
          <a:off x="2990601" y="2726580"/>
          <a:ext cx="2715617" cy="1629370"/>
        </a:xfrm>
        <a:prstGeom prst="rect">
          <a:avLst/>
        </a:prstGeom>
        <a:solidFill>
          <a:schemeClr val="accent5">
            <a:hueOff val="-1312241"/>
            <a:satOff val="193"/>
            <a:lumOff val="-46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Trust calculation: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T_HO = 1 / min(ETX)</a:t>
          </a:r>
          <a:endParaRPr lang="en-US" sz="1600" kern="1200"/>
        </a:p>
      </dsp:txBody>
      <dsp:txXfrm>
        <a:off x="2990601" y="2726580"/>
        <a:ext cx="2715617" cy="1629370"/>
      </dsp:txXfrm>
    </dsp:sp>
    <dsp:sp modelId="{77054809-5BCE-41AE-8CE8-B58820AE510D}">
      <dsp:nvSpPr>
        <dsp:cNvPr id="0" name=""/>
        <dsp:cNvSpPr/>
      </dsp:nvSpPr>
      <dsp:spPr>
        <a:xfrm>
          <a:off x="5977780" y="2726580"/>
          <a:ext cx="2715617" cy="1629370"/>
        </a:xfrm>
        <a:prstGeom prst="rect">
          <a:avLst/>
        </a:prstGeom>
        <a:solidFill>
          <a:schemeClr val="accent5">
            <a:hueOff val="-1574689"/>
            <a:satOff val="231"/>
            <a:lumOff val="-55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Implementation: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Implemented in both udp-client.c and udp-server.c</a:t>
          </a:r>
        </a:p>
      </dsp:txBody>
      <dsp:txXfrm>
        <a:off x="5977780" y="2726580"/>
        <a:ext cx="2715617" cy="1629370"/>
      </dsp:txXfrm>
    </dsp:sp>
    <dsp:sp modelId="{F0F99DEA-8C92-45AE-8D55-73C51E4CEE60}">
      <dsp:nvSpPr>
        <dsp:cNvPr id="0" name=""/>
        <dsp:cNvSpPr/>
      </dsp:nvSpPr>
      <dsp:spPr>
        <a:xfrm>
          <a:off x="8964959" y="2726580"/>
          <a:ext cx="2715617" cy="1629370"/>
        </a:xfrm>
        <a:prstGeom prst="rect">
          <a:avLst/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Validation: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Trust values printed in </a:t>
          </a:r>
          <a:r>
            <a:rPr lang="en-US" sz="1600" b="1" kern="1200"/>
            <a:t>Cooja mote output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Computed dynamically during runtime</a:t>
          </a:r>
        </a:p>
      </dsp:txBody>
      <dsp:txXfrm>
        <a:off x="8964959" y="2726580"/>
        <a:ext cx="2715617" cy="16293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D156B7-C7C6-4BE2-8300-91C27FFC61A5}">
      <dsp:nvSpPr>
        <dsp:cNvPr id="0" name=""/>
        <dsp:cNvSpPr/>
      </dsp:nvSpPr>
      <dsp:spPr>
        <a:xfrm>
          <a:off x="0" y="217487"/>
          <a:ext cx="3651250" cy="21907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Trust metric based on </a:t>
          </a:r>
          <a:r>
            <a:rPr lang="en-US" sz="2400" b="1" kern="1200"/>
            <a:t>remaining node energy</a:t>
          </a:r>
          <a:endParaRPr lang="en-US" sz="2400" kern="1200"/>
        </a:p>
      </dsp:txBody>
      <dsp:txXfrm>
        <a:off x="0" y="217487"/>
        <a:ext cx="3651250" cy="2190749"/>
      </dsp:txXfrm>
    </dsp:sp>
    <dsp:sp modelId="{8747DD5F-FD6F-4FD4-8127-51B95039FD78}">
      <dsp:nvSpPr>
        <dsp:cNvPr id="0" name=""/>
        <dsp:cNvSpPr/>
      </dsp:nvSpPr>
      <dsp:spPr>
        <a:xfrm>
          <a:off x="4016374" y="217487"/>
          <a:ext cx="3651250" cy="2190749"/>
        </a:xfrm>
        <a:prstGeom prst="rect">
          <a:avLst/>
        </a:prstGeom>
        <a:solidFill>
          <a:schemeClr val="accent5">
            <a:hueOff val="-367427"/>
            <a:satOff val="54"/>
            <a:lumOff val="-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Uses </a:t>
          </a:r>
          <a:r>
            <a:rPr lang="en-US" sz="2400" b="1" kern="1200"/>
            <a:t>Contiki ENERGEST module</a:t>
          </a:r>
          <a:endParaRPr lang="en-US" sz="2400" kern="1200"/>
        </a:p>
      </dsp:txBody>
      <dsp:txXfrm>
        <a:off x="4016374" y="217487"/>
        <a:ext cx="3651250" cy="2190749"/>
      </dsp:txXfrm>
    </dsp:sp>
    <dsp:sp modelId="{605DDB50-BEA5-4EDF-A997-D998D9D9C217}">
      <dsp:nvSpPr>
        <dsp:cNvPr id="0" name=""/>
        <dsp:cNvSpPr/>
      </dsp:nvSpPr>
      <dsp:spPr>
        <a:xfrm>
          <a:off x="8032750" y="217487"/>
          <a:ext cx="3651250" cy="2190749"/>
        </a:xfrm>
        <a:prstGeom prst="rect">
          <a:avLst/>
        </a:prstGeom>
        <a:solidFill>
          <a:schemeClr val="accent5">
            <a:hueOff val="-734855"/>
            <a:satOff val="108"/>
            <a:lumOff val="-2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 components monitored: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CPU active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Low Power Mode (LPM)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Radio Transmission (TX)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Radio Reception (RX)</a:t>
          </a:r>
        </a:p>
      </dsp:txBody>
      <dsp:txXfrm>
        <a:off x="8032750" y="217487"/>
        <a:ext cx="3651250" cy="2190749"/>
      </dsp:txXfrm>
    </dsp:sp>
    <dsp:sp modelId="{12235C57-0794-4155-A172-A0272314C6D5}">
      <dsp:nvSpPr>
        <dsp:cNvPr id="0" name=""/>
        <dsp:cNvSpPr/>
      </dsp:nvSpPr>
      <dsp:spPr>
        <a:xfrm>
          <a:off x="0" y="2773362"/>
          <a:ext cx="3651250" cy="2190749"/>
        </a:xfrm>
        <a:prstGeom prst="rect">
          <a:avLst/>
        </a:prstGeom>
        <a:solidFill>
          <a:schemeClr val="accent5">
            <a:hueOff val="-1102282"/>
            <a:satOff val="162"/>
            <a:lumOff val="-38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 model: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E_used = V × I × t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T_ER = 1 − (E_used / E_initial)</a:t>
          </a:r>
          <a:endParaRPr lang="en-US" sz="1900" kern="1200"/>
        </a:p>
      </dsp:txBody>
      <dsp:txXfrm>
        <a:off x="0" y="2773362"/>
        <a:ext cx="3651250" cy="2190749"/>
      </dsp:txXfrm>
    </dsp:sp>
    <dsp:sp modelId="{5E440008-E9B4-4ADF-95B6-95EC22722412}">
      <dsp:nvSpPr>
        <dsp:cNvPr id="0" name=""/>
        <dsp:cNvSpPr/>
      </dsp:nvSpPr>
      <dsp:spPr>
        <a:xfrm>
          <a:off x="4016374" y="2773362"/>
          <a:ext cx="3651250" cy="2190749"/>
        </a:xfrm>
        <a:prstGeom prst="rect">
          <a:avLst/>
        </a:prstGeom>
        <a:solidFill>
          <a:schemeClr val="accent5">
            <a:hueOff val="-1469710"/>
            <a:satOff val="216"/>
            <a:lumOff val="-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Implementation: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Implemented in udp-client.c and udp-server.c</a:t>
          </a:r>
        </a:p>
      </dsp:txBody>
      <dsp:txXfrm>
        <a:off x="4016374" y="2773362"/>
        <a:ext cx="3651250" cy="2190749"/>
      </dsp:txXfrm>
    </dsp:sp>
    <dsp:sp modelId="{1B91B083-8901-4D24-B3A8-390991F8ECED}">
      <dsp:nvSpPr>
        <dsp:cNvPr id="0" name=""/>
        <dsp:cNvSpPr/>
      </dsp:nvSpPr>
      <dsp:spPr>
        <a:xfrm>
          <a:off x="8032750" y="2773362"/>
          <a:ext cx="3651250" cy="2190749"/>
        </a:xfrm>
        <a:prstGeom prst="rect">
          <a:avLst/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Output in simulation: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Residual energy value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Energy consumed (mJ)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Normalized trust value (0–1)</a:t>
          </a:r>
        </a:p>
      </dsp:txBody>
      <dsp:txXfrm>
        <a:off x="8032750" y="2773362"/>
        <a:ext cx="3651250" cy="2190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6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5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9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13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05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52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9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44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68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53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44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2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9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26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04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1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1/11/2026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71948"/>
            <a:ext cx="11430000" cy="1470025"/>
          </a:xfrm>
        </p:spPr>
        <p:txBody>
          <a:bodyPr>
            <a:noAutofit/>
          </a:bodyPr>
          <a:lstStyle/>
          <a:p>
            <a:r>
              <a:rPr lang="en-US" sz="4800"/>
              <a:t>A Lightweight Trust Management Framework in the Networking Layer of IoT Devices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816" y="2384425"/>
            <a:ext cx="4640179" cy="609600"/>
          </a:xfrm>
        </p:spPr>
        <p:txBody>
          <a:bodyPr/>
          <a:lstStyle/>
          <a:p>
            <a:pPr algn="l"/>
            <a:r>
              <a:rPr lang="en-US" b="1" i="1">
                <a:solidFill>
                  <a:schemeClr val="tx1"/>
                </a:solidFill>
              </a:rPr>
              <a:t>25_26J_009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48D879-A255-88A6-91EE-0658F8754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9161"/>
            <a:ext cx="4572000" cy="2857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89DF27-9BE1-22BE-2C0F-B64729F6C1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1" r="9912" b="10391"/>
          <a:stretch>
            <a:fillRect/>
          </a:stretch>
        </p:blipFill>
        <p:spPr>
          <a:xfrm>
            <a:off x="9202996" y="2691583"/>
            <a:ext cx="2438400" cy="2755492"/>
          </a:xfrm>
          <a:prstGeom prst="rect">
            <a:avLst/>
          </a:prstGeom>
        </p:spPr>
      </p:pic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F5DDB53-8D44-4854-8631-BDD6AB035F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9" b="8232"/>
          <a:stretch>
            <a:fillRect/>
          </a:stretch>
        </p:blipFill>
        <p:spPr>
          <a:xfrm>
            <a:off x="5821089" y="2690352"/>
            <a:ext cx="2146789" cy="27554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08340-E600-ED94-09A7-264850758984}"/>
              </a:ext>
            </a:extLst>
          </p:cNvPr>
          <p:cNvSpPr txBox="1"/>
          <p:nvPr/>
        </p:nvSpPr>
        <p:spPr>
          <a:xfrm>
            <a:off x="5586792" y="5594453"/>
            <a:ext cx="261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Prof. Anuradha Jayakody</a:t>
            </a:r>
          </a:p>
          <a:p>
            <a:pPr algn="ctr"/>
            <a:r>
              <a:rPr lang="en-US"/>
              <a:t>Co-supervisor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3AAEC-BD28-6AE5-C76B-349CE61CA7D3}"/>
              </a:ext>
            </a:extLst>
          </p:cNvPr>
          <p:cNvSpPr txBox="1"/>
          <p:nvPr/>
        </p:nvSpPr>
        <p:spPr>
          <a:xfrm>
            <a:off x="9114505" y="5611867"/>
            <a:ext cx="2615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Ms. Shashika Lokuliyana</a:t>
            </a:r>
          </a:p>
          <a:p>
            <a:pPr algn="ctr"/>
            <a:r>
              <a:rPr lang="en-US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diagram of a problem and impact&#10;&#10;AI-generated content may be incorrect.">
            <a:extLst>
              <a:ext uri="{FF2B5EF4-FFF2-40B4-BE49-F238E27FC236}">
                <a16:creationId xmlns:a16="http://schemas.microsoft.com/office/drawing/2014/main" id="{4542CBAC-A350-AF86-4E76-864A65256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r="6667" b="1112"/>
          <a:stretch>
            <a:fillRect/>
          </a:stretch>
        </p:blipFill>
        <p:spPr>
          <a:xfrm>
            <a:off x="2514600" y="666567"/>
            <a:ext cx="7331467" cy="6155666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914C8C3-D4C5-129C-8899-19EF10A11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7538"/>
            <a:ext cx="10363200" cy="457200"/>
          </a:xfrm>
        </p:spPr>
        <p:txBody>
          <a:bodyPr>
            <a:noAutofit/>
          </a:bodyPr>
          <a:lstStyle/>
          <a:p>
            <a:pPr lvl="1" algn="ctr"/>
            <a:r>
              <a:rPr lang="en-US" sz="4000">
                <a:solidFill>
                  <a:schemeClr val="tx1"/>
                </a:solidFill>
              </a:rPr>
              <a:t>Introduction to the overall project</a:t>
            </a:r>
          </a:p>
        </p:txBody>
      </p:sp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2A96-B1CA-C23E-C5FC-4B372FDB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F440-0007-DE79-8544-0289A0D6D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-3108"/>
            <a:ext cx="10341077" cy="514387"/>
          </a:xfrm>
        </p:spPr>
        <p:txBody>
          <a:bodyPr>
            <a:noAutofit/>
          </a:bodyPr>
          <a:lstStyle/>
          <a:p>
            <a:r>
              <a:rPr lang="en-US" sz="3200"/>
              <a:t>Research Gaps, Questions &amp; Objectives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F4DD69-86A4-A6D7-0F30-E38D114B2A31}"/>
              </a:ext>
            </a:extLst>
          </p:cNvPr>
          <p:cNvGraphicFramePr>
            <a:graphicFrameLocks noGrp="1"/>
          </p:cNvGraphicFramePr>
          <p:nvPr/>
        </p:nvGraphicFramePr>
        <p:xfrm>
          <a:off x="835741" y="511279"/>
          <a:ext cx="10928555" cy="588194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82728">
                  <a:extLst>
                    <a:ext uri="{9D8B030D-6E8A-4147-A177-3AD203B41FA5}">
                      <a16:colId xmlns:a16="http://schemas.microsoft.com/office/drawing/2014/main" val="3574179995"/>
                    </a:ext>
                  </a:extLst>
                </a:gridCol>
                <a:gridCol w="8645827">
                  <a:extLst>
                    <a:ext uri="{9D8B030D-6E8A-4147-A177-3AD203B41FA5}">
                      <a16:colId xmlns:a16="http://schemas.microsoft.com/office/drawing/2014/main" val="285653262"/>
                    </a:ext>
                  </a:extLst>
                </a:gridCol>
              </a:tblGrid>
              <a:tr h="383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Key Points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24154"/>
                  </a:ext>
                </a:extLst>
              </a:tr>
              <a:tr h="1229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Research Gaps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High computational overhead in existing trust solutions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Lack of an integrated framework for IoT security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Static parent selection approaches are unsuitable for dynamic environments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No integrated Isolate, Mitigate, Recovery mechanism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032618"/>
                  </a:ext>
                </a:extLst>
              </a:tr>
              <a:tr h="1229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Research Questions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How to develop lightweight trust management for IoT?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Can real-time multi-attack detection balance security and performance?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How to integrate trust, Security in routing decisions?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Can an Infected node Isolate, mitigate an attack and recover?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807572"/>
                  </a:ext>
                </a:extLst>
              </a:tr>
              <a:tr h="662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Main Objective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 comprehensive lightweight trust management framework for RPL-based IoT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040518"/>
                  </a:ext>
                </a:extLst>
              </a:tr>
              <a:tr h="945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Sub-Objectives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Energy-efficient trust computation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• Real-time attack detection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Trust-aware secure routing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Automated </a:t>
                      </a:r>
                      <a:r>
                        <a:rPr lang="en-US" sz="1800"/>
                        <a:t>Resilience</a:t>
                      </a:r>
                      <a:r>
                        <a:rPr lang="en-US"/>
                        <a:t> mechanisms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103641"/>
                  </a:ext>
                </a:extLst>
              </a:tr>
              <a:tr h="945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Constraints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Resource-constrained IoT devices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Real-time performance requirements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Scalability across network sizes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• Simulation-based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79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37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3D51-B4C5-C544-48A6-1BFAF15EE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ECD8-9CD4-7349-CE2C-CB75FDF5F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293" y="87086"/>
            <a:ext cx="10363200" cy="609600"/>
          </a:xfrm>
        </p:spPr>
        <p:txBody>
          <a:bodyPr>
            <a:noAutofit/>
          </a:bodyPr>
          <a:lstStyle/>
          <a:p>
            <a:pPr lvl="1" algn="ctr"/>
            <a:r>
              <a:rPr lang="en-US" sz="4000">
                <a:solidFill>
                  <a:schemeClr val="tx1"/>
                </a:solidFill>
              </a:rPr>
              <a:t>Proposed Solution: Overall System Diagram </a:t>
            </a:r>
          </a:p>
        </p:txBody>
      </p:sp>
      <p:pic>
        <p:nvPicPr>
          <p:cNvPr id="9" name="Picture 8" descr="A diagram of a network structure&#10;&#10;AI-generated content may be incorrect.">
            <a:extLst>
              <a:ext uri="{FF2B5EF4-FFF2-40B4-BE49-F238E27FC236}">
                <a16:creationId xmlns:a16="http://schemas.microsoft.com/office/drawing/2014/main" id="{D1AFDB35-B7C9-AC29-F907-8CDE587B9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"/>
          <a:stretch>
            <a:fillRect/>
          </a:stretch>
        </p:blipFill>
        <p:spPr>
          <a:xfrm>
            <a:off x="1769186" y="696686"/>
            <a:ext cx="8365414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0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583087"/>
            <a:ext cx="10363200" cy="1277408"/>
          </a:xfrm>
        </p:spPr>
        <p:txBody>
          <a:bodyPr/>
          <a:lstStyle/>
          <a:p>
            <a:r>
              <a:rPr lang="en-US"/>
              <a:t>IT22144362 | Kaluarachchi D.N.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tx1"/>
                </a:solidFill>
              </a:rPr>
              <a:t>Title of the Individual Component: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Energy-Efficient Trust Computation Engine for Lightweight Trust Management in RPL-based IoT Networks</a:t>
            </a:r>
            <a:endParaRPr lang="en-US">
              <a:solidFill>
                <a:schemeClr val="tx1"/>
              </a:solidFill>
              <a:ea typeface="Cambria"/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Specialization: Computer Systems and Network Engineering (CSNE)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IT22144362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Kaluarachchi D.N. 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25_26J_009</a:t>
            </a:r>
          </a:p>
        </p:txBody>
      </p:sp>
      <p:pic>
        <p:nvPicPr>
          <p:cNvPr id="3" name="Picture 2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B99185FA-9E9D-F80A-DE1D-9BBB21729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5" b="10319"/>
          <a:stretch>
            <a:fillRect/>
          </a:stretch>
        </p:blipFill>
        <p:spPr>
          <a:xfrm>
            <a:off x="10015978" y="108157"/>
            <a:ext cx="2126859" cy="247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6214-73F3-0B4D-FF11-8349E4E41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 sz="4100"/>
              <a:t>Baseline IoT Network Setup using RPL in Contiki-NG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F7F0F14F-44A5-6124-47A4-5DC60EFA2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531237"/>
              </p:ext>
            </p:extLst>
          </p:nvPr>
        </p:nvGraphicFramePr>
        <p:xfrm>
          <a:off x="304800" y="1098176"/>
          <a:ext cx="11700584" cy="5216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02" name="Rectangle 901">
            <a:extLst>
              <a:ext uri="{FF2B5EF4-FFF2-40B4-BE49-F238E27FC236}">
                <a16:creationId xmlns:a16="http://schemas.microsoft.com/office/drawing/2014/main" id="{A9CD67B2-3CB4-B6C2-2E18-6FA4AC26D39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IT22144362</a:t>
            </a:r>
            <a:r>
              <a:rPr lang="en-US">
                <a:solidFill>
                  <a:schemeClr val="tx1"/>
                </a:solidFill>
                <a:ea typeface="Cambria"/>
              </a:rPr>
              <a:t> | Kaluarachchi D.N.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 25_26J_009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65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B0BD-A8CA-993D-F39A-82120A62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/>
              <a:t>Trust Metric 1: Historical Observation (HO)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AD7852-8592-4E15-45A9-6180F19BE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014671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EDE674D5-C934-D3DA-5D1C-69836204566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IT22144362</a:t>
            </a:r>
            <a:r>
              <a:rPr lang="en-US">
                <a:solidFill>
                  <a:schemeClr val="tx1"/>
                </a:solidFill>
                <a:ea typeface="Cambria"/>
              </a:rPr>
              <a:t> | Kaluarachchi D.N.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 25_26J_009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86A1-27DE-0D33-091C-2D029E07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Trust Metric 2: Residual Energy (ER) &amp; Current Progress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446BAD7-EE83-461F-AE81-C07F80309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606811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8" name="Rectangle 157">
            <a:extLst>
              <a:ext uri="{FF2B5EF4-FFF2-40B4-BE49-F238E27FC236}">
                <a16:creationId xmlns:a16="http://schemas.microsoft.com/office/drawing/2014/main" id="{75F117A6-96CB-FB2A-C0E1-D61D47817BB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Cambria"/>
              </a:rPr>
              <a:t>IT22144362</a:t>
            </a:r>
            <a:r>
              <a:rPr lang="en-US">
                <a:solidFill>
                  <a:schemeClr val="tx1"/>
                </a:solidFill>
                <a:ea typeface="Cambria"/>
              </a:rPr>
              <a:t> | Kaluarachchi D.N. </a:t>
            </a:r>
            <a:r>
              <a:rPr lang="en-US" b="1">
                <a:solidFill>
                  <a:schemeClr val="tx1"/>
                </a:solidFill>
                <a:ea typeface="Cambria"/>
              </a:rPr>
              <a:t> </a:t>
            </a:r>
            <a:r>
              <a:rPr lang="en-US">
                <a:solidFill>
                  <a:schemeClr val="tx1"/>
                </a:solidFill>
                <a:ea typeface="Cambria"/>
              </a:rPr>
              <a:t>| 25_26J_009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31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4D4020A1-4ECB-1269-DC90-DA628792B6F6}"/>
              </a:ext>
            </a:extLst>
          </p:cNvPr>
          <p:cNvSpPr txBox="1">
            <a:spLocks/>
          </p:cNvSpPr>
          <p:nvPr/>
        </p:nvSpPr>
        <p:spPr>
          <a:xfrm>
            <a:off x="254000" y="149132"/>
            <a:ext cx="11684000" cy="715962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Methodology: High-level System 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34956-0890-C4C4-C924-EC8AD40E264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IT22144362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Kaluarachchi D.N. 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25_26J_009</a:t>
            </a:r>
          </a:p>
        </p:txBody>
      </p:sp>
      <p:pic>
        <p:nvPicPr>
          <p:cNvPr id="6" name="Picture 6" descr="Contiki-NG Documentation — Contiki-NG ...">
            <a:extLst>
              <a:ext uri="{FF2B5EF4-FFF2-40B4-BE49-F238E27FC236}">
                <a16:creationId xmlns:a16="http://schemas.microsoft.com/office/drawing/2014/main" id="{0260CFFA-C79B-BF69-3283-9E14DE67F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" t="4128" r="-1391" b="7976"/>
          <a:stretch>
            <a:fillRect/>
          </a:stretch>
        </p:blipFill>
        <p:spPr bwMode="auto">
          <a:xfrm>
            <a:off x="10122707" y="1478801"/>
            <a:ext cx="1680027" cy="738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ue hexagon with a white letter c&#10;&#10;AI-generated content may be incorrect.">
            <a:extLst>
              <a:ext uri="{FF2B5EF4-FFF2-40B4-BE49-F238E27FC236}">
                <a16:creationId xmlns:a16="http://schemas.microsoft.com/office/drawing/2014/main" id="{00425C28-4350-F2CB-1B65-C131CD83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91" y="1269641"/>
            <a:ext cx="898783" cy="835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677F271-1483-F332-46B1-511D0CFC6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75" y="2849564"/>
            <a:ext cx="896227" cy="709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7" descr="With GitHub - PyXAI documentation">
            <a:extLst>
              <a:ext uri="{FF2B5EF4-FFF2-40B4-BE49-F238E27FC236}">
                <a16:creationId xmlns:a16="http://schemas.microsoft.com/office/drawing/2014/main" id="{533A3A57-1AAA-E180-D045-688046510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172" y="2966501"/>
            <a:ext cx="1547139" cy="742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9C2BE-88A3-7E7E-8A4E-8491D38B8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61" y="895354"/>
            <a:ext cx="8042889" cy="515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32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CF5F-B78F-4D78-DDC1-306AEFF1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E86927-4265-33A4-F933-0C4DE07D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IT22342126 | Wijetunga </a:t>
            </a:r>
            <a:r>
              <a:rPr lang="en-US" err="1"/>
              <a:t>s.s.</a:t>
            </a:r>
            <a:r>
              <a:rPr lang="en-US"/>
              <a:t>  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02A76B-21CB-F043-E822-5284CB1A7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tx1"/>
                </a:solidFill>
              </a:rPr>
              <a:t>Title of the Individual Component: </a:t>
            </a:r>
            <a:r>
              <a:rPr lang="en-US" b="1">
                <a:solidFill>
                  <a:schemeClr val="tx1"/>
                </a:solidFill>
              </a:rPr>
              <a:t>​ Lightweight IDS for Simultaneous Detection of Sinkhole &amp; Selective Forwarding Attacks in RPL</a:t>
            </a:r>
          </a:p>
          <a:p>
            <a:endParaRPr lang="en-US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Specialization: Computer Systems and Network Engineering (CSNE)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565B8-CC78-4CCB-2697-441F609EFA8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pic>
        <p:nvPicPr>
          <p:cNvPr id="7" name="Picture 6" descr="A person in a black suit&#10;&#10;AI-generated content may be incorrect.">
            <a:extLst>
              <a:ext uri="{FF2B5EF4-FFF2-40B4-BE49-F238E27FC236}">
                <a16:creationId xmlns:a16="http://schemas.microsoft.com/office/drawing/2014/main" id="{125C3E71-F57D-527F-8558-CAEB873403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6" r="6680" b="10506"/>
          <a:stretch>
            <a:fillRect/>
          </a:stretch>
        </p:blipFill>
        <p:spPr>
          <a:xfrm>
            <a:off x="9637611" y="111478"/>
            <a:ext cx="2515061" cy="250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64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C417-43FC-EE05-F291-2EBF7AC7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7CDF0D-B69F-4064-C6A3-3DF6013855E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5CAEE1-BA66-8370-C2C1-D1CDA33F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" y="11573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OBJECTIVE: HIGH-LEVEL SYSTEM ARCHITECTURE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391C88C-98AE-2ED1-03D8-C75374DAF97D}"/>
              </a:ext>
            </a:extLst>
          </p:cNvPr>
          <p:cNvSpPr txBox="1">
            <a:spLocks/>
          </p:cNvSpPr>
          <p:nvPr/>
        </p:nvSpPr>
        <p:spPr>
          <a:xfrm>
            <a:off x="146114" y="637411"/>
            <a:ext cx="11035233" cy="581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 IDS for Simultaneous Detection of Sinkhole &amp; Selective Forwarding Attacks in RPL</a:t>
            </a:r>
          </a:p>
          <a:p>
            <a:r>
              <a:rPr lang="en-US" sz="1800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180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BECFC-1CA8-CF37-7274-392325428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" t="4349" r="23644" b="48180"/>
          <a:stretch>
            <a:fillRect/>
          </a:stretch>
        </p:blipFill>
        <p:spPr>
          <a:xfrm>
            <a:off x="338708" y="1146521"/>
            <a:ext cx="11491406" cy="512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1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DC905-CF6F-C749-DBAA-4FD57CEF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62EC03-605F-7634-3B56-D3A95183FC4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5AD73-0250-3C33-DA01-3FC9CAF7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2" y="-61619"/>
            <a:ext cx="11684000" cy="765337"/>
          </a:xfrm>
        </p:spPr>
        <p:txBody>
          <a:bodyPr>
            <a:normAutofit/>
          </a:bodyPr>
          <a:lstStyle/>
          <a:p>
            <a:pPr algn="l"/>
            <a:r>
              <a:rPr lang="en-US" sz="3400" b="1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endParaRPr lang="en-LK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4D1CC3C-457D-6557-B99B-9B6943C323EE}"/>
              </a:ext>
            </a:extLst>
          </p:cNvPr>
          <p:cNvSpPr txBox="1">
            <a:spLocks/>
          </p:cNvSpPr>
          <p:nvPr/>
        </p:nvSpPr>
        <p:spPr>
          <a:xfrm>
            <a:off x="146114" y="474362"/>
            <a:ext cx="11035233" cy="581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 IDS for Simultaneous Detection of Sinkhole &amp; Selective Forwarding Attacks in RPL</a:t>
            </a:r>
          </a:p>
          <a:p>
            <a:r>
              <a:rPr lang="en-US" sz="1800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180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7C8CC85-19E6-CC3A-1A9E-F71EA31845F9}"/>
              </a:ext>
            </a:extLst>
          </p:cNvPr>
          <p:cNvSpPr txBox="1">
            <a:spLocks/>
          </p:cNvSpPr>
          <p:nvPr/>
        </p:nvSpPr>
        <p:spPr>
          <a:xfrm>
            <a:off x="310761" y="866274"/>
            <a:ext cx="11459712" cy="55143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Already Implemented: </a:t>
            </a:r>
            <a:r>
              <a:rPr lang="en-US" sz="2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400" b="1">
                <a:solidFill>
                  <a:srgbClr val="002060"/>
                </a:solidFill>
              </a:rPr>
              <a:t>irst phase builds the IDS logic and validates its behavior under normal and mobility conditions.</a:t>
            </a:r>
            <a:endParaRPr lang="en-US" sz="2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/>
              <a:t>Designed and implemented a lightweight, threshold-based IDS for RPL-based IoT networks, suitable for resource-constrained devices.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/>
              <a:t>Implemented </a:t>
            </a:r>
            <a:r>
              <a:rPr lang="en-US" sz="2000" b="1"/>
              <a:t>3 complementary detection metrics</a:t>
            </a:r>
            <a:r>
              <a:rPr lang="en-US" sz="2000"/>
              <a:t>: CDFR (Control-to-Data Flow Ratio) , PTI (Packet Time Interval), SIS (Sequence Integrity Score).</a:t>
            </a:r>
          </a:p>
          <a:p>
            <a:r>
              <a:rPr lang="en-US" sz="2000"/>
              <a:t>Metrics selected to observe </a:t>
            </a:r>
            <a:r>
              <a:rPr lang="en-US" sz="2000" b="1"/>
              <a:t>routing behavior, timing behavior, and data delivery integrity</a:t>
            </a:r>
            <a:r>
              <a:rPr lang="en-US" sz="2000"/>
              <a:t> with low overhead</a:t>
            </a:r>
          </a:p>
          <a:p>
            <a:r>
              <a:rPr lang="en-US" sz="2000"/>
              <a:t>Each metric computed over a </a:t>
            </a:r>
            <a:r>
              <a:rPr lang="en-US" sz="2000" b="1"/>
              <a:t>fixed observation window</a:t>
            </a:r>
            <a:r>
              <a:rPr lang="en-US" sz="2000"/>
              <a:t> and compared against </a:t>
            </a:r>
            <a:r>
              <a:rPr lang="en-US" sz="2000" b="1"/>
              <a:t>empirically derived thresholds</a:t>
            </a:r>
            <a:r>
              <a:rPr lang="en-US" sz="2000"/>
              <a:t> based on normal (attack-free) simulations and prior RPL IDS literature.</a:t>
            </a:r>
          </a:p>
          <a:p>
            <a:r>
              <a:rPr lang="en-US" sz="2000"/>
              <a:t>Implemented real-time node-level alerts for threshold violations</a:t>
            </a:r>
          </a:p>
          <a:p>
            <a:r>
              <a:rPr lang="en-US" sz="2000"/>
              <a:t>Introduced a </a:t>
            </a:r>
            <a:r>
              <a:rPr lang="en-US" sz="2000" b="1"/>
              <a:t>severity scoring mechanism </a:t>
            </a:r>
            <a:r>
              <a:rPr lang="en-US" sz="2000"/>
              <a:t>by aggregating binary anomaly flags from CDFR, PTI, and SIS into a single unified IDS output</a:t>
            </a:r>
          </a:p>
          <a:p>
            <a:r>
              <a:rPr lang="en-US" sz="2000"/>
              <a:t>Evaluated the IDS in:</a:t>
            </a:r>
          </a:p>
          <a:p>
            <a:pPr lvl="1"/>
            <a:r>
              <a:rPr lang="en-US" sz="1600" b="1"/>
              <a:t>Static topology</a:t>
            </a:r>
            <a:r>
              <a:rPr lang="en-US" sz="1600"/>
              <a:t> (baseline behavior)</a:t>
            </a:r>
          </a:p>
          <a:p>
            <a:pPr lvl="1"/>
            <a:r>
              <a:rPr lang="en-US" sz="1600" b="1"/>
              <a:t>Mobility-enabled topology</a:t>
            </a:r>
            <a:r>
              <a:rPr lang="en-US" sz="1600"/>
              <a:t> (stress-testing under dynamic routing conditions)</a:t>
            </a:r>
          </a:p>
          <a:p>
            <a:pPr marL="0" indent="0">
              <a:buNone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3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2E4D-5728-25EC-EFF4-FB05ACB9E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9F6A90-EEC1-D44D-C9F0-D9806D66FB1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861BF6-B4D2-F595-D89B-23A74DC4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2BC573D-DF8D-5259-4E76-093306A26554}"/>
              </a:ext>
            </a:extLst>
          </p:cNvPr>
          <p:cNvSpPr txBox="1">
            <a:spLocks/>
          </p:cNvSpPr>
          <p:nvPr/>
        </p:nvSpPr>
        <p:spPr>
          <a:xfrm>
            <a:off x="146114" y="589285"/>
            <a:ext cx="11035233" cy="581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 IDS for Simultaneous Detection of Sinkhole &amp; Selective Forwarding Attacks in RPL</a:t>
            </a:r>
          </a:p>
          <a:p>
            <a:r>
              <a:rPr lang="en-US" sz="1800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180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041BDCD-4F23-9896-926A-0551F4CDC825}"/>
              </a:ext>
            </a:extLst>
          </p:cNvPr>
          <p:cNvSpPr txBox="1">
            <a:spLocks/>
          </p:cNvSpPr>
          <p:nvPr/>
        </p:nvSpPr>
        <p:spPr>
          <a:xfrm>
            <a:off x="370402" y="1104899"/>
            <a:ext cx="11459712" cy="388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 Implemented: </a:t>
            </a:r>
            <a:r>
              <a:rPr lang="en-US" sz="2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="1">
                <a:solidFill>
                  <a:srgbClr val="002060"/>
                </a:solidFill>
              </a:rPr>
              <a:t>econd phase injects real sinkhole and selective forwarding attacks to classify them using metric patterns and evaluate detection accuracy.</a:t>
            </a:r>
            <a:endParaRPr lang="en-US" sz="2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/>
              <a:t>Implement sinkhole attack , selective forwarding attack  and simultaneous attack detection of these two attacks into the simulation of RPL network by launching the attacks simultaneously.</a:t>
            </a:r>
          </a:p>
          <a:p>
            <a:r>
              <a:rPr lang="en-US" sz="2000"/>
              <a:t>Evaluate metric response patterns (CDFR, PTI, SIS) under each attack</a:t>
            </a:r>
          </a:p>
          <a:p>
            <a:r>
              <a:rPr lang="en-US" sz="2000"/>
              <a:t>Classify attacks based on metric combinations and severity score</a:t>
            </a:r>
          </a:p>
          <a:p>
            <a:r>
              <a:rPr lang="en-US" sz="2000"/>
              <a:t>Measure True Positives, False Positives, False Negatives, and True Negatives.</a:t>
            </a:r>
          </a:p>
          <a:p>
            <a:r>
              <a:rPr lang="en-US" sz="2000"/>
              <a:t>Introduce dynamic threshold adaptation, especially under mobility.</a:t>
            </a:r>
          </a:p>
          <a:p>
            <a:r>
              <a:rPr lang="en-US" sz="2000"/>
              <a:t>Validate IDS robustness for simultaneous attack detection in static vs mobile network environments</a:t>
            </a:r>
          </a:p>
          <a:p>
            <a:endParaRPr lang="en-US" sz="2000"/>
          </a:p>
          <a:p>
            <a:pPr marL="0" indent="0">
              <a:buNone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58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97BD-48C3-5404-77A0-AC113B3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BD28E0-E852-3F68-03BD-F4D3AA073CF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DE6D64-8196-930B-7E7D-3B73C66C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DESIGN EXCELLENCE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067FABF-9B92-4B62-E12C-F184B8B9879E}"/>
              </a:ext>
            </a:extLst>
          </p:cNvPr>
          <p:cNvSpPr txBox="1">
            <a:spLocks/>
          </p:cNvSpPr>
          <p:nvPr/>
        </p:nvSpPr>
        <p:spPr>
          <a:xfrm>
            <a:off x="146114" y="541937"/>
            <a:ext cx="11035233" cy="581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 IDS for Simultaneous Detection of Sinkhole &amp; Selective Forwarding Attacks in RPL</a:t>
            </a:r>
          </a:p>
          <a:p>
            <a:r>
              <a:rPr lang="en-US" sz="1800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180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8E408C9-24BC-68AB-A640-77C9350385FF}"/>
              </a:ext>
            </a:extLst>
          </p:cNvPr>
          <p:cNvSpPr txBox="1">
            <a:spLocks/>
          </p:cNvSpPr>
          <p:nvPr/>
        </p:nvSpPr>
        <p:spPr>
          <a:xfrm>
            <a:off x="7554097" y="1381447"/>
            <a:ext cx="4491789" cy="4562812"/>
          </a:xfrm>
          <a:prstGeom prst="rect">
            <a:avLst/>
          </a:prstGeom>
          <a:ln w="25400" cap="flat" cmpd="sng" algn="ctr">
            <a:solidFill>
              <a:srgbClr val="FF40FF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Metric Selection Based on Attack Behavior.</a:t>
            </a:r>
          </a:p>
          <a:p>
            <a:r>
              <a:rPr lang="en-US" sz="2000"/>
              <a:t>Lightweight and Resource-Aware IDS Design.</a:t>
            </a:r>
          </a:p>
          <a:p>
            <a:r>
              <a:rPr lang="en-US" sz="2000"/>
              <a:t>Multi-Dimensional Detection Strategy.</a:t>
            </a:r>
          </a:p>
          <a:p>
            <a:r>
              <a:rPr lang="en-US" sz="2000"/>
              <a:t>Window-Based Detection Architecture.</a:t>
            </a:r>
          </a:p>
          <a:p>
            <a:r>
              <a:rPr lang="en-US" sz="2000"/>
              <a:t>Threshold-Based, fully distributed, node-level detection without centralized control.</a:t>
            </a:r>
          </a:p>
          <a:p>
            <a:r>
              <a:rPr lang="en-US" sz="2000"/>
              <a:t>Unified Severity Scoring Mechanism.</a:t>
            </a:r>
          </a:p>
          <a:p>
            <a:r>
              <a:rPr lang="en-US" sz="2000"/>
              <a:t>Robustness Validation via Mobility.</a:t>
            </a: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627F92-7FAE-CEC3-D7D7-D0F249C97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0"/>
          <a:stretch>
            <a:fillRect/>
          </a:stretch>
        </p:blipFill>
        <p:spPr>
          <a:xfrm>
            <a:off x="146114" y="880179"/>
            <a:ext cx="7339533" cy="547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2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3073-FB59-34EA-8EA5-22569DAD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8189F5-12B4-DF0F-460A-D954DBFAA9B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IT22342126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b="1">
                <a:solidFill>
                  <a:schemeClr val="tx1"/>
                </a:solidFill>
              </a:rPr>
              <a:t>Wijetunga S. S.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25_26J_009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FDACB4-209F-3D81-094D-E03F061C5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USER/FUNCTIONAL REQUIREMENTS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9CE8F41-8290-A9D2-5FCC-E4262B896C9C}"/>
              </a:ext>
            </a:extLst>
          </p:cNvPr>
          <p:cNvSpPr txBox="1">
            <a:spLocks/>
          </p:cNvSpPr>
          <p:nvPr/>
        </p:nvSpPr>
        <p:spPr>
          <a:xfrm>
            <a:off x="146114" y="589285"/>
            <a:ext cx="11035233" cy="581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Lightweight IDS for Simultaneous Detection of Sinkhole &amp; Selective Forwarding Attacks in RPL</a:t>
            </a:r>
          </a:p>
          <a:p>
            <a:r>
              <a:rPr lang="en-US" sz="1800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sz="1800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4F3966F-0DC1-7D56-F084-EC70A358C278}"/>
              </a:ext>
            </a:extLst>
          </p:cNvPr>
          <p:cNvSpPr txBox="1">
            <a:spLocks/>
          </p:cNvSpPr>
          <p:nvPr/>
        </p:nvSpPr>
        <p:spPr>
          <a:xfrm>
            <a:off x="226324" y="963247"/>
            <a:ext cx="11549448" cy="2353459"/>
          </a:xfrm>
          <a:prstGeom prst="rect">
            <a:avLst/>
          </a:prstGeom>
          <a:ln w="25400" cap="flat" cmpd="sng" algn="ctr">
            <a:solidFill>
              <a:srgbClr val="FC8E0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User requirements: </a:t>
            </a:r>
          </a:p>
          <a:p>
            <a:pPr lvl="1"/>
            <a:r>
              <a:rPr lang="en-US" sz="2000"/>
              <a:t>Provide a </a:t>
            </a:r>
            <a:r>
              <a:rPr lang="en-US" sz="2000" b="1"/>
              <a:t>lightweight IDS</a:t>
            </a:r>
            <a:r>
              <a:rPr lang="en-US" sz="2000"/>
              <a:t> suitable for </a:t>
            </a:r>
            <a:r>
              <a:rPr lang="en-US" sz="2000" b="1"/>
              <a:t>resource-constrained RPL-based IoT nodes.</a:t>
            </a:r>
          </a:p>
          <a:p>
            <a:pPr lvl="1"/>
            <a:r>
              <a:rPr lang="en-US" sz="2000"/>
              <a:t>Detect abnormal routing and forwarding behavior without ML or heavy computation.</a:t>
            </a:r>
          </a:p>
          <a:p>
            <a:pPr lvl="1"/>
            <a:r>
              <a:rPr lang="en-US" sz="2000"/>
              <a:t>Enable </a:t>
            </a:r>
            <a:r>
              <a:rPr lang="en-US" sz="2000" b="1"/>
              <a:t>real-time, node-level anomaly detection</a:t>
            </a:r>
            <a:r>
              <a:rPr lang="en-US" sz="2000"/>
              <a:t> in RPL networks.</a:t>
            </a:r>
          </a:p>
          <a:p>
            <a:pPr lvl="1"/>
            <a:r>
              <a:rPr lang="en-US" sz="2000"/>
              <a:t>Support monitoring under </a:t>
            </a:r>
            <a:r>
              <a:rPr lang="en-US" sz="2000" b="1"/>
              <a:t>both static and mobility-enabled environments.</a:t>
            </a:r>
          </a:p>
          <a:p>
            <a:pPr lvl="1"/>
            <a:r>
              <a:rPr lang="en-US" sz="2000"/>
              <a:t>Produce </a:t>
            </a:r>
            <a:r>
              <a:rPr lang="en-US" sz="2000" b="1"/>
              <a:t>clear alerts and a single severity indication</a:t>
            </a:r>
            <a:r>
              <a:rPr lang="en-US" sz="2000"/>
              <a:t> for easier analysis.</a:t>
            </a:r>
          </a:p>
          <a:p>
            <a:pPr marL="457200" lvl="1" indent="0">
              <a:buNone/>
            </a:pPr>
            <a:endParaRPr lang="en-US" sz="200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3270BE8-A4F5-7076-DAF0-BC14951A11A4}"/>
              </a:ext>
            </a:extLst>
          </p:cNvPr>
          <p:cNvSpPr txBox="1">
            <a:spLocks/>
          </p:cNvSpPr>
          <p:nvPr/>
        </p:nvSpPr>
        <p:spPr>
          <a:xfrm>
            <a:off x="245474" y="3427355"/>
            <a:ext cx="11549448" cy="2954870"/>
          </a:xfrm>
          <a:prstGeom prst="rect">
            <a:avLst/>
          </a:prstGeom>
          <a:ln w="25400" cap="flat" cmpd="sng" algn="ctr">
            <a:solidFill>
              <a:srgbClr val="FC8E0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Functional requirements: </a:t>
            </a:r>
          </a:p>
          <a:p>
            <a:pPr lvl="1"/>
            <a:r>
              <a:rPr lang="en-US" sz="2000"/>
              <a:t>Compute </a:t>
            </a:r>
            <a:r>
              <a:rPr lang="en-US" sz="2000" b="1"/>
              <a:t>CDFR</a:t>
            </a:r>
            <a:r>
              <a:rPr lang="en-US" sz="2000"/>
              <a:t> to detect abnormal RPL control dominance (sinkhole behavior).</a:t>
            </a:r>
          </a:p>
          <a:p>
            <a:pPr lvl="1"/>
            <a:r>
              <a:rPr lang="en-US" sz="2000"/>
              <a:t>Compute </a:t>
            </a:r>
            <a:r>
              <a:rPr lang="en-US" sz="2000" b="1"/>
              <a:t>PTI</a:t>
            </a:r>
            <a:r>
              <a:rPr lang="en-US" sz="2000"/>
              <a:t> to detect abnormal packet delays during forwarding.</a:t>
            </a:r>
          </a:p>
          <a:p>
            <a:pPr lvl="1"/>
            <a:r>
              <a:rPr lang="en-US" sz="2000"/>
              <a:t>Compute </a:t>
            </a:r>
            <a:r>
              <a:rPr lang="en-US" sz="2000" b="1"/>
              <a:t>SIS</a:t>
            </a:r>
            <a:r>
              <a:rPr lang="en-US" sz="2000"/>
              <a:t> to detect packet loss and out-of-order delivery.</a:t>
            </a:r>
          </a:p>
          <a:p>
            <a:pPr lvl="1"/>
            <a:r>
              <a:rPr lang="en-US" sz="2000"/>
              <a:t>Evaluate metrics using </a:t>
            </a:r>
            <a:r>
              <a:rPr lang="en-US" sz="2000" b="1"/>
              <a:t>window-based threshold comparison.</a:t>
            </a:r>
          </a:p>
          <a:p>
            <a:pPr lvl="1"/>
            <a:r>
              <a:rPr lang="en-US" sz="2000"/>
              <a:t>Generate </a:t>
            </a:r>
            <a:r>
              <a:rPr lang="en-US" sz="2000" b="1"/>
              <a:t>metric-specific IDS alerts</a:t>
            </a:r>
            <a:r>
              <a:rPr lang="en-US" sz="2000"/>
              <a:t> at node level.</a:t>
            </a:r>
          </a:p>
          <a:p>
            <a:pPr lvl="1"/>
            <a:r>
              <a:rPr lang="en-US" sz="2000"/>
              <a:t>Aggregate metric outcomes into a </a:t>
            </a:r>
            <a:r>
              <a:rPr lang="en-US" sz="2000" b="1"/>
              <a:t>severity score per node.</a:t>
            </a:r>
          </a:p>
          <a:p>
            <a:pPr lvl="1"/>
            <a:r>
              <a:rPr lang="en-US" sz="2000"/>
              <a:t>Reset metrics and flags after each observation window.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86652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0499-6520-9A89-1748-D9837D8D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61C554-5BED-252D-9249-DB164791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IT22065162 | WIJEKOON </a:t>
            </a:r>
            <a:r>
              <a:rPr lang="en-US" err="1"/>
              <a:t>H.m.r.k</a:t>
            </a:r>
            <a:r>
              <a:rPr lang="en-US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B48368-DE58-1886-4111-0229AA8D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>
                <a:solidFill>
                  <a:schemeClr val="tx1"/>
                </a:solidFill>
              </a:rPr>
              <a:t>Title of the Individual Component: </a:t>
            </a:r>
            <a:r>
              <a:rPr lang="en-US" b="1" cap="all">
                <a:solidFill>
                  <a:schemeClr val="tx1"/>
                </a:solidFill>
              </a:rPr>
              <a:t>Trust and Security-Aware RPL Routing Mechanism</a:t>
            </a:r>
            <a:r>
              <a:rPr lang="en-US">
                <a:solidFill>
                  <a:schemeClr val="tx1"/>
                </a:solidFill>
              </a:rPr>
              <a:t>​</a:t>
            </a: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Specialization: Computer Systems and Network Engineering (CSNE)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A9E3D-E8CE-887B-60BC-40BAA0784B1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IT22065162</a:t>
            </a:r>
            <a:r>
              <a:rPr lang="en-US">
                <a:solidFill>
                  <a:schemeClr val="tx1"/>
                </a:solidFill>
              </a:rPr>
              <a:t>   |   WIJEKOON H.M.R.K.</a:t>
            </a:r>
            <a:r>
              <a:rPr lang="en-US" b="1">
                <a:solidFill>
                  <a:schemeClr val="tx1"/>
                </a:solidFill>
              </a:rPr>
              <a:t>   </a:t>
            </a:r>
            <a:r>
              <a:rPr lang="en-US">
                <a:solidFill>
                  <a:schemeClr val="tx1"/>
                </a:solidFill>
              </a:rPr>
              <a:t>|   25_26J_009</a:t>
            </a:r>
          </a:p>
        </p:txBody>
      </p:sp>
      <p:pic>
        <p:nvPicPr>
          <p:cNvPr id="7" name="Picture 6" descr="A person in a suit and glasses&#10;&#10;AI-generated content may be incorrect.">
            <a:extLst>
              <a:ext uri="{FF2B5EF4-FFF2-40B4-BE49-F238E27FC236}">
                <a16:creationId xmlns:a16="http://schemas.microsoft.com/office/drawing/2014/main" id="{16790E03-C35C-C1E6-D976-A4A2611695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5" r="5508" b="10708"/>
          <a:stretch>
            <a:fillRect/>
          </a:stretch>
        </p:blipFill>
        <p:spPr>
          <a:xfrm>
            <a:off x="9645443" y="121352"/>
            <a:ext cx="2487562" cy="242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13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9E10-8C2A-62C2-34B7-644D929C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61379F-096F-90BF-CEC0-920FA2B3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9" y="152400"/>
            <a:ext cx="11684000" cy="722671"/>
          </a:xfrm>
        </p:spPr>
        <p:txBody>
          <a:bodyPr>
            <a:normAutofit fontScale="90000"/>
          </a:bodyPr>
          <a:lstStyle/>
          <a:p>
            <a:r>
              <a:rPr lang="en-US"/>
              <a:t>Methodology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E2682-9AF9-B9EB-6C43-A39116CD75C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IT22065162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WIJEKOON H.M.R.K.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25_26J_009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5CD39-FE7B-551C-2441-1DF8514B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851" y="963100"/>
            <a:ext cx="8054259" cy="4121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53D5B3-EB5C-86B5-390F-55C429618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29" y="5287706"/>
            <a:ext cx="10259765" cy="79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2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BFB7B-A954-9FE9-8CCC-F4DE96E9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02E848-5ACD-BACE-DA39-566B3DC2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9222"/>
            <a:ext cx="11684000" cy="500547"/>
          </a:xfrm>
        </p:spPr>
        <p:txBody>
          <a:bodyPr>
            <a:normAutofit fontScale="90000"/>
          </a:bodyPr>
          <a:lstStyle/>
          <a:p>
            <a:r>
              <a:rPr lang="en-US"/>
              <a:t>Integration calculation to ‘</a:t>
            </a:r>
            <a:r>
              <a:rPr lang="en-US" err="1"/>
              <a:t>rpl-ts-of.c</a:t>
            </a:r>
            <a:r>
              <a:rPr lang="en-US"/>
              <a:t>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19606-761F-96BF-78A3-F037014C0AC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IT22065162</a:t>
            </a:r>
            <a:r>
              <a:rPr lang="en-US">
                <a:solidFill>
                  <a:schemeClr val="tx1"/>
                </a:solidFill>
              </a:rPr>
              <a:t>   |   WIJEKOON H.M.R.K.</a:t>
            </a:r>
            <a:r>
              <a:rPr lang="en-US" b="1">
                <a:solidFill>
                  <a:schemeClr val="tx1"/>
                </a:solidFill>
              </a:rPr>
              <a:t>   </a:t>
            </a:r>
            <a:r>
              <a:rPr lang="en-US">
                <a:solidFill>
                  <a:schemeClr val="tx1"/>
                </a:solidFill>
              </a:rPr>
              <a:t>|   25_26J_009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2D95D-EB5C-249D-B420-55A7FB63D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658761"/>
            <a:ext cx="8397968" cy="5395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A85C1-E666-A6A8-F4E2-49611A03A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2"/>
          <a:stretch>
            <a:fillRect/>
          </a:stretch>
        </p:blipFill>
        <p:spPr>
          <a:xfrm>
            <a:off x="5527616" y="855405"/>
            <a:ext cx="6451352" cy="53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4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645B-1352-ACE5-A5E2-5801A510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463301-92A3-6581-F693-E268A55E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0"/>
            <a:ext cx="11684000" cy="837970"/>
          </a:xfrm>
        </p:spPr>
        <p:txBody>
          <a:bodyPr>
            <a:normAutofit/>
          </a:bodyPr>
          <a:lstStyle/>
          <a:p>
            <a:r>
              <a:rPr lang="en-US" b="1"/>
              <a:t> Defaults (trust, security, ETX, weights)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683D8-B7A3-F0CD-BF1D-A864511050A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IT22065162</a:t>
            </a:r>
            <a:r>
              <a:rPr lang="en-US">
                <a:solidFill>
                  <a:schemeClr val="tx1"/>
                </a:solidFill>
              </a:rPr>
              <a:t>   |   WIJEKOON H.M.R.K.</a:t>
            </a:r>
            <a:r>
              <a:rPr lang="en-US" b="1">
                <a:solidFill>
                  <a:schemeClr val="tx1"/>
                </a:solidFill>
              </a:rPr>
              <a:t>   </a:t>
            </a:r>
            <a:r>
              <a:rPr lang="en-US">
                <a:solidFill>
                  <a:schemeClr val="tx1"/>
                </a:solidFill>
              </a:rPr>
              <a:t>|   25_26J_009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51076-AA86-A8AE-0C20-419A536BB533}"/>
              </a:ext>
            </a:extLst>
          </p:cNvPr>
          <p:cNvSpPr txBox="1"/>
          <p:nvPr/>
        </p:nvSpPr>
        <p:spPr>
          <a:xfrm>
            <a:off x="254000" y="1288026"/>
            <a:ext cx="115152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/>
              <a:t>Trust (trust)</a:t>
            </a:r>
            <a:r>
              <a:rPr lang="en-US"/>
              <a:t>: initial </a:t>
            </a:r>
            <a:r>
              <a:rPr lang="en-US" b="1"/>
              <a:t>0.80</a:t>
            </a:r>
            <a:r>
              <a:rPr lang="en-US"/>
              <a:t> (moderately trusted); range </a:t>
            </a:r>
            <a:r>
              <a:rPr lang="en-US" b="1"/>
              <a:t>0.0 - 1.0</a:t>
            </a:r>
            <a:r>
              <a:rPr lang="en-US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Decays slowly toward 0.80 if no alerts; drops when simulating misbehavior.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/>
              <a:t>Security factor (</a:t>
            </a:r>
            <a:r>
              <a:rPr lang="en-US" b="1" err="1"/>
              <a:t>secf</a:t>
            </a:r>
            <a:r>
              <a:rPr lang="en-US" b="1"/>
              <a:t>)</a:t>
            </a:r>
            <a:r>
              <a:rPr lang="en-US"/>
              <a:t>: </a:t>
            </a:r>
            <a:r>
              <a:rPr lang="en-US" b="1"/>
              <a:t>1.00</a:t>
            </a:r>
            <a:r>
              <a:rPr lang="en-US"/>
              <a:t> means “no alert” </a:t>
            </a:r>
            <a:r>
              <a:rPr lang="en-US" b="1"/>
              <a:t>&gt; 1.0</a:t>
            </a:r>
            <a:r>
              <a:rPr lang="en-US"/>
              <a:t> adds a penalty.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For a sinkhole alert, or selective forwarding, set </a:t>
            </a:r>
            <a:r>
              <a:rPr lang="en-US" err="1"/>
              <a:t>secf</a:t>
            </a:r>
            <a:r>
              <a:rPr lang="en-US"/>
              <a:t> = 2.0–3.0.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Avoid 0.0 here—use “no alert” = </a:t>
            </a:r>
            <a:r>
              <a:rPr lang="en-US" b="1"/>
              <a:t>1.0</a:t>
            </a:r>
            <a:r>
              <a:rPr lang="en-US"/>
              <a:t> (clearer arithmetic).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/>
              <a:t>ETX</a:t>
            </a:r>
            <a:r>
              <a:rPr lang="en-US"/>
              <a:t>: If not available from link stats yet, use </a:t>
            </a:r>
            <a:r>
              <a:rPr lang="en-US" b="1"/>
              <a:t>1.0</a:t>
            </a:r>
            <a:r>
              <a:rPr lang="en-US"/>
              <a:t> as neutral (scaled to </a:t>
            </a:r>
            <a:r>
              <a:rPr lang="en-US" b="1"/>
              <a:t>128</a:t>
            </a:r>
            <a:r>
              <a:rPr lang="en-US"/>
              <a:t> in Contiki’s integer ETX scale).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 store a float ETX = 1.0 and convert to Contiki scale when needed.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/>
              <a:t>Weights</a:t>
            </a:r>
            <a:r>
              <a:rPr lang="en-US"/>
              <a:t> (α/β/γ): start conservative so MRHOF behavior dominates while logging works: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TS_ALPHA_ETX = 1.0 (primary cost is ETX)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TS_BETA_TRUST = 0.5 (small penalty if trust is low)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TS_GAMMA_SECURITY = 1.0 (penalty proportional to security factor − 1.0)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D6F33-047F-0F9E-AB8D-613B6EAB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25" y="5353962"/>
            <a:ext cx="10260457" cy="7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91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17" y="2252294"/>
            <a:ext cx="10363200" cy="1362075"/>
          </a:xfrm>
        </p:spPr>
        <p:txBody>
          <a:bodyPr/>
          <a:lstStyle/>
          <a:p>
            <a:r>
              <a:rPr lang="en-US"/>
              <a:t>IT18065640 | BANDARA R.M.T.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17" y="4152198"/>
            <a:ext cx="10363200" cy="1500187"/>
          </a:xfrm>
        </p:spPr>
        <p:txBody>
          <a:bodyPr>
            <a:noAutofit/>
          </a:bodyPr>
          <a:lstStyle/>
          <a:p>
            <a:r>
              <a:rPr lang="en-US" sz="2400" b="1" cap="all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Resilience Mechanism For RPL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 (Hons) in Information Technology Computer Systems &amp; </a:t>
            </a:r>
          </a:p>
          <a:p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Engineering</a:t>
            </a:r>
          </a:p>
          <a:p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640D8-0BDC-472D-22A9-AB3EB6E7046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IT18065640</a:t>
            </a:r>
            <a:r>
              <a:rPr lang="en-US" sz="1800">
                <a:solidFill>
                  <a:schemeClr val="tx1"/>
                </a:solidFill>
              </a:rPr>
              <a:t>  |  </a:t>
            </a:r>
            <a:r>
              <a:rPr lang="en-US" b="1">
                <a:solidFill>
                  <a:schemeClr val="tx1"/>
                </a:solidFill>
              </a:rPr>
              <a:t>Bandara R.M.T   |   25_26J_009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4" name="Picture 3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DC77BD1-FA23-73AB-1E50-87537EF22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63"/>
          <a:stretch>
            <a:fillRect/>
          </a:stretch>
        </p:blipFill>
        <p:spPr>
          <a:xfrm>
            <a:off x="10004389" y="131132"/>
            <a:ext cx="2128617" cy="260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8C261-6EF2-9B63-3F29-B8650F8B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1560A0-33B9-4787-AFCC-27FCE5A4246D}"/>
              </a:ext>
            </a:extLst>
          </p:cNvPr>
          <p:cNvSpPr txBox="1"/>
          <p:nvPr/>
        </p:nvSpPr>
        <p:spPr>
          <a:xfrm>
            <a:off x="963084" y="152400"/>
            <a:ext cx="10314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Ability of Commercialization &amp; Budget </a:t>
            </a:r>
            <a:endParaRPr lang="en-US" sz="4400" b="1">
              <a:latin typeface="Aptos Black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D7E5C9-F8E9-0441-51D4-1E7816C99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16180"/>
              </p:ext>
            </p:extLst>
          </p:nvPr>
        </p:nvGraphicFramePr>
        <p:xfrm>
          <a:off x="431800" y="1347143"/>
          <a:ext cx="11049000" cy="3749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392815">
                  <a:extLst>
                    <a:ext uri="{9D8B030D-6E8A-4147-A177-3AD203B41FA5}">
                      <a16:colId xmlns:a16="http://schemas.microsoft.com/office/drawing/2014/main" val="471072589"/>
                    </a:ext>
                  </a:extLst>
                </a:gridCol>
                <a:gridCol w="5656185">
                  <a:extLst>
                    <a:ext uri="{9D8B030D-6E8A-4147-A177-3AD203B41FA5}">
                      <a16:colId xmlns:a16="http://schemas.microsoft.com/office/drawing/2014/main" val="1369722634"/>
                    </a:ext>
                  </a:extLst>
                </a:gridCol>
              </a:tblGrid>
              <a:tr h="1708585">
                <a:tc>
                  <a:txBody>
                    <a:bodyPr/>
                    <a:lstStyle/>
                    <a:p>
                      <a:r>
                        <a:rPr lang="en-US" b="1"/>
                        <a:t>Investment / Cost</a:t>
                      </a:r>
                    </a:p>
                    <a:p>
                      <a:endParaRPr lang="en-US" b="0"/>
                    </a:p>
                    <a:p>
                      <a:r>
                        <a:rPr lang="en-US" b="0"/>
                        <a:t>Labor: R&amp;D, testing</a:t>
                      </a:r>
                    </a:p>
                    <a:p>
                      <a:r>
                        <a:rPr lang="en-US" b="0"/>
                        <a:t>Materials: Open-source tools (Contiki-NG, Cooja)</a:t>
                      </a:r>
                    </a:p>
                    <a:p>
                      <a:r>
                        <a:rPr lang="en-US" b="0"/>
                        <a:t>Extra: Cloud resources (~LKR 45,000)</a:t>
                      </a:r>
                      <a:br>
                        <a:rPr lang="en-US" sz="1800" b="0"/>
                      </a:b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Cost Recovery / Pricing</a:t>
                      </a:r>
                    </a:p>
                    <a:p>
                      <a:endParaRPr lang="en-US" b="0"/>
                    </a:p>
                    <a:p>
                      <a:r>
                        <a:rPr lang="en-US" b="0"/>
                        <a:t>License to IoT vendors</a:t>
                      </a:r>
                    </a:p>
                    <a:p>
                      <a:r>
                        <a:rPr lang="en-US" b="0"/>
                        <a:t>Security add-on for IoT platforms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765185"/>
                  </a:ext>
                </a:extLst>
              </a:tr>
              <a:tr h="1941574">
                <a:tc>
                  <a:txBody>
                    <a:bodyPr/>
                    <a:lstStyle/>
                    <a:p>
                      <a:r>
                        <a:rPr lang="en-US" b="1"/>
                        <a:t>Market &amp; Customers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Sectors: Disaster management centers, Smart cities, healthcare, industrial IoT</a:t>
                      </a:r>
                    </a:p>
                    <a:p>
                      <a:r>
                        <a:rPr lang="en-US"/>
                        <a:t>Customers: IOT Device makers, </a:t>
                      </a:r>
                      <a:r>
                        <a:rPr lang="en-US" sz="1800" b="0"/>
                        <a:t>network </a:t>
                      </a:r>
                      <a:r>
                        <a:rPr lang="en-US"/>
                        <a:t>operators, Integrators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Value Proposition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Lightweight, scalable, low-cost</a:t>
                      </a:r>
                    </a:p>
                    <a:p>
                      <a:r>
                        <a:rPr lang="en-US"/>
                        <a:t>Protects against combined routing attacks</a:t>
                      </a:r>
                    </a:p>
                    <a:p>
                      <a:r>
                        <a:rPr lang="en-US"/>
                        <a:t>Ensures continuous + trusted IoT service</a:t>
                      </a:r>
                      <a:br>
                        <a:rPr lang="en-US" sz="1800" b="0"/>
                      </a:br>
                      <a:endParaRPr lang="en-US" sz="1800" b="0"/>
                    </a:p>
                    <a:p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914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474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A6DF-8F6C-C2BC-732E-25D2244B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B36DF0-880A-106E-675D-76981DB9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77811"/>
            <a:ext cx="10363200" cy="1362075"/>
          </a:xfrm>
        </p:spPr>
        <p:txBody>
          <a:bodyPr>
            <a:normAutofit/>
          </a:bodyPr>
          <a:lstStyle/>
          <a:p>
            <a:pPr algn="ctr"/>
            <a:r>
              <a:rPr lang="en-US" sz="44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73177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12901F-BADC-40A3-969D-83597A0FD137}">
  <ds:schemaRefs>
    <ds:schemaRef ds:uri="http://purl.org/dc/terms/"/>
    <ds:schemaRef ds:uri="http://schemas.microsoft.com/office/2006/metadata/properties"/>
    <ds:schemaRef ds:uri="db72c12f-87a4-44ab-bbc5-4cc8306b158a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315195e-671e-423b-bef2-4f1205612242"/>
  </ds:schemaRefs>
</ds:datastoreItem>
</file>

<file path=customXml/itemProps2.xml><?xml version="1.0" encoding="utf-8"?>
<ds:datastoreItem xmlns:ds="http://schemas.openxmlformats.org/officeDocument/2006/customXml" ds:itemID="{ADA9BF7C-5699-4DA6-AB0B-0BFA388ED610}"/>
</file>

<file path=customXml/itemProps3.xml><?xml version="1.0" encoding="utf-8"?>
<ds:datastoreItem xmlns:ds="http://schemas.openxmlformats.org/officeDocument/2006/customXml" ds:itemID="{0247BD51-725C-4247-AA32-0601264241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TotalTime>2</TotalTime>
  <Words>1610</Words>
  <Application>Microsoft Office PowerPoint</Application>
  <PresentationFormat>Widescreen</PresentationFormat>
  <Paragraphs>228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Adobe Devanagari</vt:lpstr>
      <vt:lpstr>Aptos Black</vt:lpstr>
      <vt:lpstr>Arial</vt:lpstr>
      <vt:lpstr>Calibri</vt:lpstr>
      <vt:lpstr>Cambria</vt:lpstr>
      <vt:lpstr>Times New Roman</vt:lpstr>
      <vt:lpstr>Wingdings</vt:lpstr>
      <vt:lpstr>Office Theme</vt:lpstr>
      <vt:lpstr>A Lightweight Trust Management Framework in the Networking Layer of IoT Devices</vt:lpstr>
      <vt:lpstr>Introduction to the overall project</vt:lpstr>
      <vt:lpstr>Research Gaps, Questions &amp; Objectives </vt:lpstr>
      <vt:lpstr>Proposed Solution: Overall System Diagram </vt:lpstr>
      <vt:lpstr>IT22144362 | Kaluarachchi D.N.</vt:lpstr>
      <vt:lpstr>Baseline IoT Network Setup using RPL in Contiki-NG</vt:lpstr>
      <vt:lpstr>Trust Metric 1: Historical Observation (HO)</vt:lpstr>
      <vt:lpstr>Trust Metric 2: Residual Energy (ER) &amp; Current Progress</vt:lpstr>
      <vt:lpstr>PowerPoint Presentation</vt:lpstr>
      <vt:lpstr>IT22342126 | Wijetunga s.s.  </vt:lpstr>
      <vt:lpstr>OBJECTIVE: HIGH-LEVEL SYSTEM ARCHITECTURE</vt:lpstr>
      <vt:lpstr>CONTRIBUTION</vt:lpstr>
      <vt:lpstr>CONTRIBUTION</vt:lpstr>
      <vt:lpstr>DESIGN EXCELLENCE</vt:lpstr>
      <vt:lpstr>USER/FUNCTIONAL REQUIREMENTS</vt:lpstr>
      <vt:lpstr>IT22065162 | WIJEKOON H.m.r.k.</vt:lpstr>
      <vt:lpstr>Methodology </vt:lpstr>
      <vt:lpstr>Integration calculation to ‘rpl-ts-of.c’</vt:lpstr>
      <vt:lpstr> Defaults (trust, security, ETX, weights)</vt:lpstr>
      <vt:lpstr>IT18065640 | BANDARA R.M.T.</vt:lpstr>
      <vt:lpstr>PowerPoint Presentation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WIJETUNGA S S it22342126</dc:creator>
  <cp:lastModifiedBy>KALUARACHCHI D N it22144362</cp:lastModifiedBy>
  <cp:revision>4</cp:revision>
  <dcterms:created xsi:type="dcterms:W3CDTF">2025-09-04T03:06:24Z</dcterms:created>
  <dcterms:modified xsi:type="dcterms:W3CDTF">2026-01-11T17:52:18Z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